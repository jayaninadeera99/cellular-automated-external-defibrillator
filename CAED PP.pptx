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80" r:id="rId7"/>
    <p:sldId id="279" r:id="rId8"/>
    <p:sldId id="262" r:id="rId9"/>
    <p:sldId id="265" r:id="rId10"/>
    <p:sldId id="267" r:id="rId11"/>
    <p:sldId id="281" r:id="rId12"/>
    <p:sldId id="269" r:id="rId13"/>
    <p:sldId id="271" r:id="rId14"/>
    <p:sldId id="272" r:id="rId15"/>
    <p:sldId id="273" r:id="rId16"/>
    <p:sldId id="275" r:id="rId17"/>
    <p:sldId id="276" r:id="rId18"/>
    <p:sldId id="278" r:id="rId19"/>
    <p:sldId id="282" r:id="rId20"/>
  </p:sldIdLst>
  <p:sldSz cx="9753600" cy="73152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League Spartan" panose="020B0604020202020204" charset="0"/>
      <p:regular r:id="rId25"/>
    </p:embeddedFont>
    <p:embeddedFont>
      <p:font typeface="Libre Baskerville Italics" panose="020B0604020202020204" charset="0"/>
      <p:regular r:id="rId26"/>
    </p:embeddedFont>
    <p:embeddedFont>
      <p:font typeface="Montserrat Light" panose="020B0604020202020204" charset="0"/>
      <p:regular r:id="rId27"/>
      <p:italic r:id="rId28"/>
    </p:embeddedFont>
    <p:embeddedFont>
      <p:font typeface="Montserrat Light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2302D2-7479-403E-8C8E-4391DFD12D0A}">
          <p14:sldIdLst>
            <p14:sldId id="256"/>
            <p14:sldId id="257"/>
            <p14:sldId id="258"/>
            <p14:sldId id="259"/>
          </p14:sldIdLst>
        </p14:section>
        <p14:section name="Untitled Section" id="{1FBE5987-F4B2-423F-B5C0-47749612558D}">
          <p14:sldIdLst>
            <p14:sldId id="261"/>
            <p14:sldId id="280"/>
            <p14:sldId id="279"/>
            <p14:sldId id="262"/>
            <p14:sldId id="265"/>
            <p14:sldId id="267"/>
            <p14:sldId id="281"/>
            <p14:sldId id="269"/>
            <p14:sldId id="271"/>
            <p14:sldId id="272"/>
            <p14:sldId id="273"/>
            <p14:sldId id="275"/>
            <p14:sldId id="276"/>
            <p14:sldId id="278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>
        <p:scale>
          <a:sx n="95" d="100"/>
          <a:sy n="95" d="100"/>
        </p:scale>
        <p:origin x="27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1DEEBC-240A-401E-8238-9E1112D6B034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581C41-D176-4509-98B8-9319A9916DD4}">
      <dgm:prSet phldrT="[Text]"/>
      <dgm:spPr/>
      <dgm:t>
        <a:bodyPr/>
        <a:lstStyle/>
        <a:p>
          <a:r>
            <a:rPr lang="en-US"/>
            <a:t>Operational Check</a:t>
          </a:r>
        </a:p>
      </dgm:t>
    </dgm:pt>
    <dgm:pt modelId="{BDBBAB06-8075-49C0-B6E8-0B3388F5E8AF}" type="parTrans" cxnId="{6D609904-CA0E-4460-8867-4E94165EF61E}">
      <dgm:prSet/>
      <dgm:spPr/>
      <dgm:t>
        <a:bodyPr/>
        <a:lstStyle/>
        <a:p>
          <a:endParaRPr lang="en-US"/>
        </a:p>
      </dgm:t>
    </dgm:pt>
    <dgm:pt modelId="{B7B58289-EE9F-48A1-8D6D-F84EC0A85F8F}" type="sibTrans" cxnId="{6D609904-CA0E-4460-8867-4E94165EF61E}">
      <dgm:prSet/>
      <dgm:spPr/>
      <dgm:t>
        <a:bodyPr/>
        <a:lstStyle/>
        <a:p>
          <a:endParaRPr lang="en-US"/>
        </a:p>
      </dgm:t>
    </dgm:pt>
    <dgm:pt modelId="{BE18BCDE-2257-4F81-B88F-3A61D0E24F64}">
      <dgm:prSet phldrT="[Text]"/>
      <dgm:spPr/>
      <dgm:t>
        <a:bodyPr/>
        <a:lstStyle/>
        <a:p>
          <a:r>
            <a:rPr lang="en-US"/>
            <a:t>Exit clinical mode</a:t>
          </a:r>
        </a:p>
      </dgm:t>
    </dgm:pt>
    <dgm:pt modelId="{C16FF66A-062A-419A-8717-0715C8F8010D}" type="parTrans" cxnId="{B75A3C5F-0A04-4E73-9DED-30007A5BABFA}">
      <dgm:prSet/>
      <dgm:spPr/>
      <dgm:t>
        <a:bodyPr/>
        <a:lstStyle/>
        <a:p>
          <a:endParaRPr lang="en-US"/>
        </a:p>
      </dgm:t>
    </dgm:pt>
    <dgm:pt modelId="{6A2AC419-22D1-4A5C-AFF2-865C893A5CB1}" type="sibTrans" cxnId="{B75A3C5F-0A04-4E73-9DED-30007A5BABFA}">
      <dgm:prSet/>
      <dgm:spPr/>
      <dgm:t>
        <a:bodyPr/>
        <a:lstStyle/>
        <a:p>
          <a:endParaRPr lang="en-US"/>
        </a:p>
      </dgm:t>
    </dgm:pt>
    <dgm:pt modelId="{E824B51B-5953-430B-A8DC-7C4347EF54A9}">
      <dgm:prSet phldrT="[Text]"/>
      <dgm:spPr/>
      <dgm:t>
        <a:bodyPr/>
        <a:lstStyle/>
        <a:p>
          <a:r>
            <a:rPr lang="en-US"/>
            <a:t>Operational check summary</a:t>
          </a:r>
        </a:p>
      </dgm:t>
    </dgm:pt>
    <dgm:pt modelId="{705DE4C7-69D1-4569-8BAC-63CB8F0B0259}" type="parTrans" cxnId="{14FD30FD-38A3-4AB1-8D3E-13CFD611E03B}">
      <dgm:prSet/>
      <dgm:spPr/>
      <dgm:t>
        <a:bodyPr/>
        <a:lstStyle/>
        <a:p>
          <a:endParaRPr lang="en-US"/>
        </a:p>
      </dgm:t>
    </dgm:pt>
    <dgm:pt modelId="{A0E5004B-6A60-45BA-8747-49C843CD29DA}" type="sibTrans" cxnId="{14FD30FD-38A3-4AB1-8D3E-13CFD611E03B}">
      <dgm:prSet/>
      <dgm:spPr/>
      <dgm:t>
        <a:bodyPr/>
        <a:lstStyle/>
        <a:p>
          <a:endParaRPr lang="en-US"/>
        </a:p>
      </dgm:t>
    </dgm:pt>
    <dgm:pt modelId="{D24BC302-0D71-47DC-AD05-0233093ABC0E}">
      <dgm:prSet phldrT="[Text]"/>
      <dgm:spPr/>
      <dgm:t>
        <a:bodyPr/>
        <a:lstStyle/>
        <a:p>
          <a:r>
            <a:rPr lang="en-US"/>
            <a:t>Run operational check</a:t>
          </a:r>
        </a:p>
      </dgm:t>
    </dgm:pt>
    <dgm:pt modelId="{C26B1423-3B61-4FFB-9D5A-CE23C06B7370}" type="sibTrans" cxnId="{7F9687C4-1C8F-4641-BE82-80F8DFCEFFF0}">
      <dgm:prSet/>
      <dgm:spPr/>
      <dgm:t>
        <a:bodyPr/>
        <a:lstStyle/>
        <a:p>
          <a:endParaRPr lang="en-US"/>
        </a:p>
      </dgm:t>
    </dgm:pt>
    <dgm:pt modelId="{79394457-D9AC-4F15-98AC-7820AA780DCB}" type="parTrans" cxnId="{7F9687C4-1C8F-4641-BE82-80F8DFCEFFF0}">
      <dgm:prSet/>
      <dgm:spPr/>
      <dgm:t>
        <a:bodyPr/>
        <a:lstStyle/>
        <a:p>
          <a:endParaRPr lang="en-US"/>
        </a:p>
      </dgm:t>
    </dgm:pt>
    <dgm:pt modelId="{1B0442E4-813F-4192-AADC-FD67B69D51B7}">
      <dgm:prSet/>
      <dgm:spPr/>
      <dgm:t>
        <a:bodyPr/>
        <a:lstStyle/>
        <a:p>
          <a:r>
            <a:rPr lang="en-US"/>
            <a:t>Auto test summary</a:t>
          </a:r>
        </a:p>
      </dgm:t>
    </dgm:pt>
    <dgm:pt modelId="{0ABA2B46-6BF7-48B1-A66E-BAE3311FBEC1}" type="parTrans" cxnId="{083553E6-D82F-417E-ADB4-1907ECFAA105}">
      <dgm:prSet/>
      <dgm:spPr/>
      <dgm:t>
        <a:bodyPr/>
        <a:lstStyle/>
        <a:p>
          <a:endParaRPr lang="en-US"/>
        </a:p>
      </dgm:t>
    </dgm:pt>
    <dgm:pt modelId="{0D0B2352-DD83-4068-879C-44C98DBD985D}" type="sibTrans" cxnId="{083553E6-D82F-417E-ADB4-1907ECFAA105}">
      <dgm:prSet/>
      <dgm:spPr/>
      <dgm:t>
        <a:bodyPr/>
        <a:lstStyle/>
        <a:p>
          <a:endParaRPr lang="en-US"/>
        </a:p>
      </dgm:t>
    </dgm:pt>
    <dgm:pt modelId="{ACEA7816-9916-4153-93FB-34EAB1FD2001}">
      <dgm:prSet/>
      <dgm:spPr/>
      <dgm:t>
        <a:bodyPr/>
        <a:lstStyle/>
        <a:p>
          <a:r>
            <a:rPr lang="en-US"/>
            <a:t>Exit</a:t>
          </a:r>
        </a:p>
      </dgm:t>
    </dgm:pt>
    <dgm:pt modelId="{FE6A83CE-46F7-46F5-8B04-783EB8F5913A}" type="parTrans" cxnId="{FA1BD174-D8E4-4CF4-8562-500A116B5841}">
      <dgm:prSet/>
      <dgm:spPr/>
      <dgm:t>
        <a:bodyPr/>
        <a:lstStyle/>
        <a:p>
          <a:endParaRPr lang="en-US"/>
        </a:p>
      </dgm:t>
    </dgm:pt>
    <dgm:pt modelId="{B6047FCA-0E54-4B6E-9F5D-EB4082B391C1}" type="sibTrans" cxnId="{FA1BD174-D8E4-4CF4-8562-500A116B5841}">
      <dgm:prSet/>
      <dgm:spPr/>
      <dgm:t>
        <a:bodyPr/>
        <a:lstStyle/>
        <a:p>
          <a:endParaRPr lang="en-US"/>
        </a:p>
      </dgm:t>
    </dgm:pt>
    <dgm:pt modelId="{D571DB6A-C2C2-49B1-AF59-C995F82D3163}">
      <dgm:prSet/>
      <dgm:spPr/>
      <dgm:t>
        <a:bodyPr/>
        <a:lstStyle/>
        <a:p>
          <a:r>
            <a:rPr lang="en-US"/>
            <a:t>YES</a:t>
          </a:r>
        </a:p>
      </dgm:t>
    </dgm:pt>
    <dgm:pt modelId="{77584A88-AC31-4258-BFCA-EE92687A92C4}" type="parTrans" cxnId="{E7A24631-1A9D-428E-8460-1456648B2A46}">
      <dgm:prSet/>
      <dgm:spPr/>
      <dgm:t>
        <a:bodyPr/>
        <a:lstStyle/>
        <a:p>
          <a:endParaRPr lang="en-US"/>
        </a:p>
      </dgm:t>
    </dgm:pt>
    <dgm:pt modelId="{6979C5CF-8CD7-4879-AFB5-9B14B17C73C4}" type="sibTrans" cxnId="{E7A24631-1A9D-428E-8460-1456648B2A46}">
      <dgm:prSet/>
      <dgm:spPr/>
      <dgm:t>
        <a:bodyPr/>
        <a:lstStyle/>
        <a:p>
          <a:endParaRPr lang="en-US"/>
        </a:p>
      </dgm:t>
    </dgm:pt>
    <dgm:pt modelId="{A9E5AA87-AE44-4682-B0DD-253796B8C52D}">
      <dgm:prSet/>
      <dgm:spPr/>
      <dgm:t>
        <a:bodyPr/>
        <a:lstStyle/>
        <a:p>
          <a:r>
            <a:rPr lang="en-US"/>
            <a:t>NO</a:t>
          </a:r>
        </a:p>
      </dgm:t>
    </dgm:pt>
    <dgm:pt modelId="{95D8A727-C0A2-4DB4-844E-D7669CA6B5FD}" type="parTrans" cxnId="{4219F55B-E42D-4079-A332-7D2E3D24DEF2}">
      <dgm:prSet/>
      <dgm:spPr/>
      <dgm:t>
        <a:bodyPr/>
        <a:lstStyle/>
        <a:p>
          <a:endParaRPr lang="en-US"/>
        </a:p>
      </dgm:t>
    </dgm:pt>
    <dgm:pt modelId="{802D97C8-55E0-4670-89FF-DBD38773F2E6}" type="sibTrans" cxnId="{4219F55B-E42D-4079-A332-7D2E3D24DEF2}">
      <dgm:prSet/>
      <dgm:spPr/>
      <dgm:t>
        <a:bodyPr/>
        <a:lstStyle/>
        <a:p>
          <a:endParaRPr lang="en-US"/>
        </a:p>
      </dgm:t>
    </dgm:pt>
    <dgm:pt modelId="{E55E05F0-1903-4AB9-AD1D-2FCB9B4AE854}" type="pres">
      <dgm:prSet presAssocID="{641DEEBC-240A-401E-8238-9E1112D6B03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315EB09-21CF-4EAB-9F30-7FBA2FA085AE}" type="pres">
      <dgm:prSet presAssocID="{641DEEBC-240A-401E-8238-9E1112D6B034}" presName="hierFlow" presStyleCnt="0"/>
      <dgm:spPr/>
    </dgm:pt>
    <dgm:pt modelId="{3DDB357C-A47F-4C53-9A4A-F8712A82A03D}" type="pres">
      <dgm:prSet presAssocID="{641DEEBC-240A-401E-8238-9E1112D6B03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F6174BD-655B-4DA6-A38D-CD8B81BDB006}" type="pres">
      <dgm:prSet presAssocID="{3F581C41-D176-4509-98B8-9319A9916DD4}" presName="Name14" presStyleCnt="0"/>
      <dgm:spPr/>
    </dgm:pt>
    <dgm:pt modelId="{059E6EEA-A46B-479E-A725-774068906299}" type="pres">
      <dgm:prSet presAssocID="{3F581C41-D176-4509-98B8-9319A9916DD4}" presName="level1Shape" presStyleLbl="node0" presStyleIdx="0" presStyleCnt="1">
        <dgm:presLayoutVars>
          <dgm:chPref val="3"/>
        </dgm:presLayoutVars>
      </dgm:prSet>
      <dgm:spPr/>
    </dgm:pt>
    <dgm:pt modelId="{5AAE411C-990C-4958-B2CB-DAB7FC79550B}" type="pres">
      <dgm:prSet presAssocID="{3F581C41-D176-4509-98B8-9319A9916DD4}" presName="hierChild2" presStyleCnt="0"/>
      <dgm:spPr/>
    </dgm:pt>
    <dgm:pt modelId="{E88976A0-11B9-41CC-A428-46EA08ACA766}" type="pres">
      <dgm:prSet presAssocID="{79394457-D9AC-4F15-98AC-7820AA780DCB}" presName="Name19" presStyleLbl="parChTrans1D2" presStyleIdx="0" presStyleCnt="4"/>
      <dgm:spPr/>
    </dgm:pt>
    <dgm:pt modelId="{D4880ED4-7200-41F1-96DF-3CF4B96E9AB3}" type="pres">
      <dgm:prSet presAssocID="{D24BC302-0D71-47DC-AD05-0233093ABC0E}" presName="Name21" presStyleCnt="0"/>
      <dgm:spPr/>
    </dgm:pt>
    <dgm:pt modelId="{B9A0F727-2757-429C-981A-881E42F80EE1}" type="pres">
      <dgm:prSet presAssocID="{D24BC302-0D71-47DC-AD05-0233093ABC0E}" presName="level2Shape" presStyleLbl="node2" presStyleIdx="0" presStyleCnt="4"/>
      <dgm:spPr/>
    </dgm:pt>
    <dgm:pt modelId="{4D8C9D18-75E7-408D-986C-F54C9F8100DD}" type="pres">
      <dgm:prSet presAssocID="{D24BC302-0D71-47DC-AD05-0233093ABC0E}" presName="hierChild3" presStyleCnt="0"/>
      <dgm:spPr/>
    </dgm:pt>
    <dgm:pt modelId="{E287C53F-8DD8-4BDE-8E91-1888EAEFE78E}" type="pres">
      <dgm:prSet presAssocID="{C16FF66A-062A-419A-8717-0715C8F8010D}" presName="Name19" presStyleLbl="parChTrans1D3" presStyleIdx="0" presStyleCnt="1"/>
      <dgm:spPr/>
    </dgm:pt>
    <dgm:pt modelId="{03C6C76C-11A6-4F7F-88D8-49326A067172}" type="pres">
      <dgm:prSet presAssocID="{BE18BCDE-2257-4F81-B88F-3A61D0E24F64}" presName="Name21" presStyleCnt="0"/>
      <dgm:spPr/>
    </dgm:pt>
    <dgm:pt modelId="{A27C10C0-9143-4639-8115-DC4F2E3E989C}" type="pres">
      <dgm:prSet presAssocID="{BE18BCDE-2257-4F81-B88F-3A61D0E24F64}" presName="level2Shape" presStyleLbl="node3" presStyleIdx="0" presStyleCnt="1"/>
      <dgm:spPr/>
    </dgm:pt>
    <dgm:pt modelId="{40A47148-A661-4ABB-B85A-0D730C5FE505}" type="pres">
      <dgm:prSet presAssocID="{BE18BCDE-2257-4F81-B88F-3A61D0E24F64}" presName="hierChild3" presStyleCnt="0"/>
      <dgm:spPr/>
    </dgm:pt>
    <dgm:pt modelId="{DFF2A445-F23A-48D9-A472-FA5A4ACDC4D6}" type="pres">
      <dgm:prSet presAssocID="{77584A88-AC31-4258-BFCA-EE92687A92C4}" presName="Name19" presStyleLbl="parChTrans1D4" presStyleIdx="0" presStyleCnt="2"/>
      <dgm:spPr/>
    </dgm:pt>
    <dgm:pt modelId="{FED3E8D2-4EB7-4112-A649-6EF070A3F9C3}" type="pres">
      <dgm:prSet presAssocID="{D571DB6A-C2C2-49B1-AF59-C995F82D3163}" presName="Name21" presStyleCnt="0"/>
      <dgm:spPr/>
    </dgm:pt>
    <dgm:pt modelId="{67C032F8-D682-4979-A9B3-094548D37CEA}" type="pres">
      <dgm:prSet presAssocID="{D571DB6A-C2C2-49B1-AF59-C995F82D3163}" presName="level2Shape" presStyleLbl="node4" presStyleIdx="0" presStyleCnt="2"/>
      <dgm:spPr/>
    </dgm:pt>
    <dgm:pt modelId="{EB9F9304-DF8D-4D62-B211-1436F2CF63A2}" type="pres">
      <dgm:prSet presAssocID="{D571DB6A-C2C2-49B1-AF59-C995F82D3163}" presName="hierChild3" presStyleCnt="0"/>
      <dgm:spPr/>
    </dgm:pt>
    <dgm:pt modelId="{24091004-4E7A-4AA7-9CD1-2715A145DBC3}" type="pres">
      <dgm:prSet presAssocID="{95D8A727-C0A2-4DB4-844E-D7669CA6B5FD}" presName="Name19" presStyleLbl="parChTrans1D4" presStyleIdx="1" presStyleCnt="2"/>
      <dgm:spPr/>
    </dgm:pt>
    <dgm:pt modelId="{9467C427-B5E1-404A-9A73-19FC4CF2D213}" type="pres">
      <dgm:prSet presAssocID="{A9E5AA87-AE44-4682-B0DD-253796B8C52D}" presName="Name21" presStyleCnt="0"/>
      <dgm:spPr/>
    </dgm:pt>
    <dgm:pt modelId="{7EBF1717-1E7D-4B37-B29C-2FB35253F30B}" type="pres">
      <dgm:prSet presAssocID="{A9E5AA87-AE44-4682-B0DD-253796B8C52D}" presName="level2Shape" presStyleLbl="node4" presStyleIdx="1" presStyleCnt="2"/>
      <dgm:spPr/>
    </dgm:pt>
    <dgm:pt modelId="{6E8F3FDF-CB89-4F1F-9C1F-CCADBA15C7C0}" type="pres">
      <dgm:prSet presAssocID="{A9E5AA87-AE44-4682-B0DD-253796B8C52D}" presName="hierChild3" presStyleCnt="0"/>
      <dgm:spPr/>
    </dgm:pt>
    <dgm:pt modelId="{23471BE5-1427-4B68-8342-F6967CD6514A}" type="pres">
      <dgm:prSet presAssocID="{705DE4C7-69D1-4569-8BAC-63CB8F0B0259}" presName="Name19" presStyleLbl="parChTrans1D2" presStyleIdx="1" presStyleCnt="4"/>
      <dgm:spPr/>
    </dgm:pt>
    <dgm:pt modelId="{F9D04BA1-BFC2-4D52-9D70-55CE38817637}" type="pres">
      <dgm:prSet presAssocID="{E824B51B-5953-430B-A8DC-7C4347EF54A9}" presName="Name21" presStyleCnt="0"/>
      <dgm:spPr/>
    </dgm:pt>
    <dgm:pt modelId="{11663765-7435-42A6-A6EB-53D7E3A41C60}" type="pres">
      <dgm:prSet presAssocID="{E824B51B-5953-430B-A8DC-7C4347EF54A9}" presName="level2Shape" presStyleLbl="node2" presStyleIdx="1" presStyleCnt="4"/>
      <dgm:spPr/>
    </dgm:pt>
    <dgm:pt modelId="{70FABB4A-994C-4BCC-9239-D2A6B9AC4973}" type="pres">
      <dgm:prSet presAssocID="{E824B51B-5953-430B-A8DC-7C4347EF54A9}" presName="hierChild3" presStyleCnt="0"/>
      <dgm:spPr/>
    </dgm:pt>
    <dgm:pt modelId="{42607469-8EB6-4E16-9834-B4F475607AAD}" type="pres">
      <dgm:prSet presAssocID="{0ABA2B46-6BF7-48B1-A66E-BAE3311FBEC1}" presName="Name19" presStyleLbl="parChTrans1D2" presStyleIdx="2" presStyleCnt="4"/>
      <dgm:spPr/>
    </dgm:pt>
    <dgm:pt modelId="{906ED419-19DF-454E-9E05-2321A1EC59BF}" type="pres">
      <dgm:prSet presAssocID="{1B0442E4-813F-4192-AADC-FD67B69D51B7}" presName="Name21" presStyleCnt="0"/>
      <dgm:spPr/>
    </dgm:pt>
    <dgm:pt modelId="{F3EC71F3-3DA9-490A-B55E-2D56317EE06B}" type="pres">
      <dgm:prSet presAssocID="{1B0442E4-813F-4192-AADC-FD67B69D51B7}" presName="level2Shape" presStyleLbl="node2" presStyleIdx="2" presStyleCnt="4"/>
      <dgm:spPr/>
    </dgm:pt>
    <dgm:pt modelId="{AC28D5C0-0662-408F-B42A-1CDFDC8AC9A9}" type="pres">
      <dgm:prSet presAssocID="{1B0442E4-813F-4192-AADC-FD67B69D51B7}" presName="hierChild3" presStyleCnt="0"/>
      <dgm:spPr/>
    </dgm:pt>
    <dgm:pt modelId="{9955BC8E-845B-498D-8EC3-6B086BD09023}" type="pres">
      <dgm:prSet presAssocID="{FE6A83CE-46F7-46F5-8B04-783EB8F5913A}" presName="Name19" presStyleLbl="parChTrans1D2" presStyleIdx="3" presStyleCnt="4"/>
      <dgm:spPr/>
    </dgm:pt>
    <dgm:pt modelId="{CBC1356F-99BE-4FA0-A7DF-D779602D07E0}" type="pres">
      <dgm:prSet presAssocID="{ACEA7816-9916-4153-93FB-34EAB1FD2001}" presName="Name21" presStyleCnt="0"/>
      <dgm:spPr/>
    </dgm:pt>
    <dgm:pt modelId="{BA9B8355-B4E7-438E-8E84-37D42C666B06}" type="pres">
      <dgm:prSet presAssocID="{ACEA7816-9916-4153-93FB-34EAB1FD2001}" presName="level2Shape" presStyleLbl="node2" presStyleIdx="3" presStyleCnt="4"/>
      <dgm:spPr/>
    </dgm:pt>
    <dgm:pt modelId="{582A1BBA-4671-4E66-B6AB-0F1FBE173EDF}" type="pres">
      <dgm:prSet presAssocID="{ACEA7816-9916-4153-93FB-34EAB1FD2001}" presName="hierChild3" presStyleCnt="0"/>
      <dgm:spPr/>
    </dgm:pt>
    <dgm:pt modelId="{7868184D-2462-4E31-9C5F-BEADEC983CB6}" type="pres">
      <dgm:prSet presAssocID="{641DEEBC-240A-401E-8238-9E1112D6B034}" presName="bgShapesFlow" presStyleCnt="0"/>
      <dgm:spPr/>
    </dgm:pt>
  </dgm:ptLst>
  <dgm:cxnLst>
    <dgm:cxn modelId="{6D609904-CA0E-4460-8867-4E94165EF61E}" srcId="{641DEEBC-240A-401E-8238-9E1112D6B034}" destId="{3F581C41-D176-4509-98B8-9319A9916DD4}" srcOrd="0" destOrd="0" parTransId="{BDBBAB06-8075-49C0-B6E8-0B3388F5E8AF}" sibTransId="{B7B58289-EE9F-48A1-8D6D-F84EC0A85F8F}"/>
    <dgm:cxn modelId="{0B97270B-CCCD-4C7E-80BA-BF369D4492D3}" type="presOf" srcId="{1B0442E4-813F-4192-AADC-FD67B69D51B7}" destId="{F3EC71F3-3DA9-490A-B55E-2D56317EE06B}" srcOrd="0" destOrd="0" presId="urn:microsoft.com/office/officeart/2005/8/layout/hierarchy6"/>
    <dgm:cxn modelId="{001BB41C-9172-424A-ABD2-8FE5C2897E0D}" type="presOf" srcId="{E824B51B-5953-430B-A8DC-7C4347EF54A9}" destId="{11663765-7435-42A6-A6EB-53D7E3A41C60}" srcOrd="0" destOrd="0" presId="urn:microsoft.com/office/officeart/2005/8/layout/hierarchy6"/>
    <dgm:cxn modelId="{E7A24631-1A9D-428E-8460-1456648B2A46}" srcId="{BE18BCDE-2257-4F81-B88F-3A61D0E24F64}" destId="{D571DB6A-C2C2-49B1-AF59-C995F82D3163}" srcOrd="0" destOrd="0" parTransId="{77584A88-AC31-4258-BFCA-EE92687A92C4}" sibTransId="{6979C5CF-8CD7-4879-AFB5-9B14B17C73C4}"/>
    <dgm:cxn modelId="{4219F55B-E42D-4079-A332-7D2E3D24DEF2}" srcId="{BE18BCDE-2257-4F81-B88F-3A61D0E24F64}" destId="{A9E5AA87-AE44-4682-B0DD-253796B8C52D}" srcOrd="1" destOrd="0" parTransId="{95D8A727-C0A2-4DB4-844E-D7669CA6B5FD}" sibTransId="{802D97C8-55E0-4670-89FF-DBD38773F2E6}"/>
    <dgm:cxn modelId="{B75A3C5F-0A04-4E73-9DED-30007A5BABFA}" srcId="{D24BC302-0D71-47DC-AD05-0233093ABC0E}" destId="{BE18BCDE-2257-4F81-B88F-3A61D0E24F64}" srcOrd="0" destOrd="0" parTransId="{C16FF66A-062A-419A-8717-0715C8F8010D}" sibTransId="{6A2AC419-22D1-4A5C-AFF2-865C893A5CB1}"/>
    <dgm:cxn modelId="{5F9D785F-6996-4AF6-A351-91BAC1C79896}" type="presOf" srcId="{79394457-D9AC-4F15-98AC-7820AA780DCB}" destId="{E88976A0-11B9-41CC-A428-46EA08ACA766}" srcOrd="0" destOrd="0" presId="urn:microsoft.com/office/officeart/2005/8/layout/hierarchy6"/>
    <dgm:cxn modelId="{C7AEAD46-D499-43D3-8E67-458D8A778292}" type="presOf" srcId="{D571DB6A-C2C2-49B1-AF59-C995F82D3163}" destId="{67C032F8-D682-4979-A9B3-094548D37CEA}" srcOrd="0" destOrd="0" presId="urn:microsoft.com/office/officeart/2005/8/layout/hierarchy6"/>
    <dgm:cxn modelId="{2C56CB47-C1A8-4874-A719-47BF24B3C60F}" type="presOf" srcId="{A9E5AA87-AE44-4682-B0DD-253796B8C52D}" destId="{7EBF1717-1E7D-4B37-B29C-2FB35253F30B}" srcOrd="0" destOrd="0" presId="urn:microsoft.com/office/officeart/2005/8/layout/hierarchy6"/>
    <dgm:cxn modelId="{77B7566A-CF78-4E55-8E5C-207BFD53F5EB}" type="presOf" srcId="{FE6A83CE-46F7-46F5-8B04-783EB8F5913A}" destId="{9955BC8E-845B-498D-8EC3-6B086BD09023}" srcOrd="0" destOrd="0" presId="urn:microsoft.com/office/officeart/2005/8/layout/hierarchy6"/>
    <dgm:cxn modelId="{9B1A1F51-2095-40EA-908D-4650914C7ED6}" type="presOf" srcId="{D24BC302-0D71-47DC-AD05-0233093ABC0E}" destId="{B9A0F727-2757-429C-981A-881E42F80EE1}" srcOrd="0" destOrd="0" presId="urn:microsoft.com/office/officeart/2005/8/layout/hierarchy6"/>
    <dgm:cxn modelId="{779D6653-503B-4E4C-B572-C851EC647CAA}" type="presOf" srcId="{C16FF66A-062A-419A-8717-0715C8F8010D}" destId="{E287C53F-8DD8-4BDE-8E91-1888EAEFE78E}" srcOrd="0" destOrd="0" presId="urn:microsoft.com/office/officeart/2005/8/layout/hierarchy6"/>
    <dgm:cxn modelId="{FA1BD174-D8E4-4CF4-8562-500A116B5841}" srcId="{3F581C41-D176-4509-98B8-9319A9916DD4}" destId="{ACEA7816-9916-4153-93FB-34EAB1FD2001}" srcOrd="3" destOrd="0" parTransId="{FE6A83CE-46F7-46F5-8B04-783EB8F5913A}" sibTransId="{B6047FCA-0E54-4B6E-9F5D-EB4082B391C1}"/>
    <dgm:cxn modelId="{79AB2E8A-0771-478D-AFCE-9649740729B2}" type="presOf" srcId="{3F581C41-D176-4509-98B8-9319A9916DD4}" destId="{059E6EEA-A46B-479E-A725-774068906299}" srcOrd="0" destOrd="0" presId="urn:microsoft.com/office/officeart/2005/8/layout/hierarchy6"/>
    <dgm:cxn modelId="{0C87EA9C-F692-497B-83A2-602A21CE7ACA}" type="presOf" srcId="{95D8A727-C0A2-4DB4-844E-D7669CA6B5FD}" destId="{24091004-4E7A-4AA7-9CD1-2715A145DBC3}" srcOrd="0" destOrd="0" presId="urn:microsoft.com/office/officeart/2005/8/layout/hierarchy6"/>
    <dgm:cxn modelId="{CFF285AF-D004-4600-BA88-CEA4A1D62DB3}" type="presOf" srcId="{641DEEBC-240A-401E-8238-9E1112D6B034}" destId="{E55E05F0-1903-4AB9-AD1D-2FCB9B4AE854}" srcOrd="0" destOrd="0" presId="urn:microsoft.com/office/officeart/2005/8/layout/hierarchy6"/>
    <dgm:cxn modelId="{7F9687C4-1C8F-4641-BE82-80F8DFCEFFF0}" srcId="{3F581C41-D176-4509-98B8-9319A9916DD4}" destId="{D24BC302-0D71-47DC-AD05-0233093ABC0E}" srcOrd="0" destOrd="0" parTransId="{79394457-D9AC-4F15-98AC-7820AA780DCB}" sibTransId="{C26B1423-3B61-4FFB-9D5A-CE23C06B7370}"/>
    <dgm:cxn modelId="{39BED9C9-20F8-4D53-B501-6CF1812C23FE}" type="presOf" srcId="{BE18BCDE-2257-4F81-B88F-3A61D0E24F64}" destId="{A27C10C0-9143-4639-8115-DC4F2E3E989C}" srcOrd="0" destOrd="0" presId="urn:microsoft.com/office/officeart/2005/8/layout/hierarchy6"/>
    <dgm:cxn modelId="{AEA78DCA-855B-49C8-9E88-6DAEE0B2CAAB}" type="presOf" srcId="{77584A88-AC31-4258-BFCA-EE92687A92C4}" destId="{DFF2A445-F23A-48D9-A472-FA5A4ACDC4D6}" srcOrd="0" destOrd="0" presId="urn:microsoft.com/office/officeart/2005/8/layout/hierarchy6"/>
    <dgm:cxn modelId="{397679CF-1733-4927-9E46-18F1648DD418}" type="presOf" srcId="{ACEA7816-9916-4153-93FB-34EAB1FD2001}" destId="{BA9B8355-B4E7-438E-8E84-37D42C666B06}" srcOrd="0" destOrd="0" presId="urn:microsoft.com/office/officeart/2005/8/layout/hierarchy6"/>
    <dgm:cxn modelId="{2B88B6DE-42EC-4B37-A3CF-3F24AF4A9BDD}" type="presOf" srcId="{705DE4C7-69D1-4569-8BAC-63CB8F0B0259}" destId="{23471BE5-1427-4B68-8342-F6967CD6514A}" srcOrd="0" destOrd="0" presId="urn:microsoft.com/office/officeart/2005/8/layout/hierarchy6"/>
    <dgm:cxn modelId="{083553E6-D82F-417E-ADB4-1907ECFAA105}" srcId="{3F581C41-D176-4509-98B8-9319A9916DD4}" destId="{1B0442E4-813F-4192-AADC-FD67B69D51B7}" srcOrd="2" destOrd="0" parTransId="{0ABA2B46-6BF7-48B1-A66E-BAE3311FBEC1}" sibTransId="{0D0B2352-DD83-4068-879C-44C98DBD985D}"/>
    <dgm:cxn modelId="{C92243FC-7F2A-4670-9A8C-DCA18D07BD20}" type="presOf" srcId="{0ABA2B46-6BF7-48B1-A66E-BAE3311FBEC1}" destId="{42607469-8EB6-4E16-9834-B4F475607AAD}" srcOrd="0" destOrd="0" presId="urn:microsoft.com/office/officeart/2005/8/layout/hierarchy6"/>
    <dgm:cxn modelId="{14FD30FD-38A3-4AB1-8D3E-13CFD611E03B}" srcId="{3F581C41-D176-4509-98B8-9319A9916DD4}" destId="{E824B51B-5953-430B-A8DC-7C4347EF54A9}" srcOrd="1" destOrd="0" parTransId="{705DE4C7-69D1-4569-8BAC-63CB8F0B0259}" sibTransId="{A0E5004B-6A60-45BA-8747-49C843CD29DA}"/>
    <dgm:cxn modelId="{DFE5A800-974B-4E5D-B07C-95E55CCD0F19}" type="presParOf" srcId="{E55E05F0-1903-4AB9-AD1D-2FCB9B4AE854}" destId="{4315EB09-21CF-4EAB-9F30-7FBA2FA085AE}" srcOrd="0" destOrd="0" presId="urn:microsoft.com/office/officeart/2005/8/layout/hierarchy6"/>
    <dgm:cxn modelId="{640E4BB4-7830-46C1-900A-B2DCD1D5889D}" type="presParOf" srcId="{4315EB09-21CF-4EAB-9F30-7FBA2FA085AE}" destId="{3DDB357C-A47F-4C53-9A4A-F8712A82A03D}" srcOrd="0" destOrd="0" presId="urn:microsoft.com/office/officeart/2005/8/layout/hierarchy6"/>
    <dgm:cxn modelId="{05493C55-11FA-4A21-9663-385D2C839239}" type="presParOf" srcId="{3DDB357C-A47F-4C53-9A4A-F8712A82A03D}" destId="{FF6174BD-655B-4DA6-A38D-CD8B81BDB006}" srcOrd="0" destOrd="0" presId="urn:microsoft.com/office/officeart/2005/8/layout/hierarchy6"/>
    <dgm:cxn modelId="{1FECF98B-2A2E-482B-9047-A97062BF828C}" type="presParOf" srcId="{FF6174BD-655B-4DA6-A38D-CD8B81BDB006}" destId="{059E6EEA-A46B-479E-A725-774068906299}" srcOrd="0" destOrd="0" presId="urn:microsoft.com/office/officeart/2005/8/layout/hierarchy6"/>
    <dgm:cxn modelId="{13CCE1F8-EEA2-48B6-BFDC-41A1406684CB}" type="presParOf" srcId="{FF6174BD-655B-4DA6-A38D-CD8B81BDB006}" destId="{5AAE411C-990C-4958-B2CB-DAB7FC79550B}" srcOrd="1" destOrd="0" presId="urn:microsoft.com/office/officeart/2005/8/layout/hierarchy6"/>
    <dgm:cxn modelId="{B9BEF5B5-6AB1-495C-B200-C123C66A162C}" type="presParOf" srcId="{5AAE411C-990C-4958-B2CB-DAB7FC79550B}" destId="{E88976A0-11B9-41CC-A428-46EA08ACA766}" srcOrd="0" destOrd="0" presId="urn:microsoft.com/office/officeart/2005/8/layout/hierarchy6"/>
    <dgm:cxn modelId="{0096D953-F5F4-42F3-9E44-BAAC7EEDF944}" type="presParOf" srcId="{5AAE411C-990C-4958-B2CB-DAB7FC79550B}" destId="{D4880ED4-7200-41F1-96DF-3CF4B96E9AB3}" srcOrd="1" destOrd="0" presId="urn:microsoft.com/office/officeart/2005/8/layout/hierarchy6"/>
    <dgm:cxn modelId="{BFE6141A-7ACC-42A1-8070-22A77ADD5B0A}" type="presParOf" srcId="{D4880ED4-7200-41F1-96DF-3CF4B96E9AB3}" destId="{B9A0F727-2757-429C-981A-881E42F80EE1}" srcOrd="0" destOrd="0" presId="urn:microsoft.com/office/officeart/2005/8/layout/hierarchy6"/>
    <dgm:cxn modelId="{9C192C5F-FB9D-4D3D-B222-8E5CC7244958}" type="presParOf" srcId="{D4880ED4-7200-41F1-96DF-3CF4B96E9AB3}" destId="{4D8C9D18-75E7-408D-986C-F54C9F8100DD}" srcOrd="1" destOrd="0" presId="urn:microsoft.com/office/officeart/2005/8/layout/hierarchy6"/>
    <dgm:cxn modelId="{4B0EB47E-0101-47CA-B208-1D2E02975293}" type="presParOf" srcId="{4D8C9D18-75E7-408D-986C-F54C9F8100DD}" destId="{E287C53F-8DD8-4BDE-8E91-1888EAEFE78E}" srcOrd="0" destOrd="0" presId="urn:microsoft.com/office/officeart/2005/8/layout/hierarchy6"/>
    <dgm:cxn modelId="{36D1F527-717C-4AEE-A481-E82DF6C1F2FA}" type="presParOf" srcId="{4D8C9D18-75E7-408D-986C-F54C9F8100DD}" destId="{03C6C76C-11A6-4F7F-88D8-49326A067172}" srcOrd="1" destOrd="0" presId="urn:microsoft.com/office/officeart/2005/8/layout/hierarchy6"/>
    <dgm:cxn modelId="{22AD0BD1-86E8-4875-95F6-B0DA03D8F210}" type="presParOf" srcId="{03C6C76C-11A6-4F7F-88D8-49326A067172}" destId="{A27C10C0-9143-4639-8115-DC4F2E3E989C}" srcOrd="0" destOrd="0" presId="urn:microsoft.com/office/officeart/2005/8/layout/hierarchy6"/>
    <dgm:cxn modelId="{E67F5203-653F-4497-8EE4-870DCE9566F9}" type="presParOf" srcId="{03C6C76C-11A6-4F7F-88D8-49326A067172}" destId="{40A47148-A661-4ABB-B85A-0D730C5FE505}" srcOrd="1" destOrd="0" presId="urn:microsoft.com/office/officeart/2005/8/layout/hierarchy6"/>
    <dgm:cxn modelId="{C4D65BA5-1C36-4030-B57D-BFE44546CB54}" type="presParOf" srcId="{40A47148-A661-4ABB-B85A-0D730C5FE505}" destId="{DFF2A445-F23A-48D9-A472-FA5A4ACDC4D6}" srcOrd="0" destOrd="0" presId="urn:microsoft.com/office/officeart/2005/8/layout/hierarchy6"/>
    <dgm:cxn modelId="{5C329D84-D531-41CC-B459-BB2B6A98FC12}" type="presParOf" srcId="{40A47148-A661-4ABB-B85A-0D730C5FE505}" destId="{FED3E8D2-4EB7-4112-A649-6EF070A3F9C3}" srcOrd="1" destOrd="0" presId="urn:microsoft.com/office/officeart/2005/8/layout/hierarchy6"/>
    <dgm:cxn modelId="{5C50B997-978D-4D2E-8C30-7910E022F765}" type="presParOf" srcId="{FED3E8D2-4EB7-4112-A649-6EF070A3F9C3}" destId="{67C032F8-D682-4979-A9B3-094548D37CEA}" srcOrd="0" destOrd="0" presId="urn:microsoft.com/office/officeart/2005/8/layout/hierarchy6"/>
    <dgm:cxn modelId="{0EE7EC8A-01FD-49BD-B574-6F6BE4507337}" type="presParOf" srcId="{FED3E8D2-4EB7-4112-A649-6EF070A3F9C3}" destId="{EB9F9304-DF8D-4D62-B211-1436F2CF63A2}" srcOrd="1" destOrd="0" presId="urn:microsoft.com/office/officeart/2005/8/layout/hierarchy6"/>
    <dgm:cxn modelId="{0A841C79-181F-47D8-A0E0-C466CB54B666}" type="presParOf" srcId="{40A47148-A661-4ABB-B85A-0D730C5FE505}" destId="{24091004-4E7A-4AA7-9CD1-2715A145DBC3}" srcOrd="2" destOrd="0" presId="urn:microsoft.com/office/officeart/2005/8/layout/hierarchy6"/>
    <dgm:cxn modelId="{B4A1C3D8-5751-4782-8E9F-E5C6312C9785}" type="presParOf" srcId="{40A47148-A661-4ABB-B85A-0D730C5FE505}" destId="{9467C427-B5E1-404A-9A73-19FC4CF2D213}" srcOrd="3" destOrd="0" presId="urn:microsoft.com/office/officeart/2005/8/layout/hierarchy6"/>
    <dgm:cxn modelId="{5D71DA3F-8E49-4416-8F79-F3BA565B679D}" type="presParOf" srcId="{9467C427-B5E1-404A-9A73-19FC4CF2D213}" destId="{7EBF1717-1E7D-4B37-B29C-2FB35253F30B}" srcOrd="0" destOrd="0" presId="urn:microsoft.com/office/officeart/2005/8/layout/hierarchy6"/>
    <dgm:cxn modelId="{497FC4EE-01E5-4934-B933-2F64F5FCDABB}" type="presParOf" srcId="{9467C427-B5E1-404A-9A73-19FC4CF2D213}" destId="{6E8F3FDF-CB89-4F1F-9C1F-CCADBA15C7C0}" srcOrd="1" destOrd="0" presId="urn:microsoft.com/office/officeart/2005/8/layout/hierarchy6"/>
    <dgm:cxn modelId="{39DD163F-E349-4B08-8303-562C2852C9E5}" type="presParOf" srcId="{5AAE411C-990C-4958-B2CB-DAB7FC79550B}" destId="{23471BE5-1427-4B68-8342-F6967CD6514A}" srcOrd="2" destOrd="0" presId="urn:microsoft.com/office/officeart/2005/8/layout/hierarchy6"/>
    <dgm:cxn modelId="{B2CCC0CF-09C3-45E3-9A32-C9E53B89395A}" type="presParOf" srcId="{5AAE411C-990C-4958-B2CB-DAB7FC79550B}" destId="{F9D04BA1-BFC2-4D52-9D70-55CE38817637}" srcOrd="3" destOrd="0" presId="urn:microsoft.com/office/officeart/2005/8/layout/hierarchy6"/>
    <dgm:cxn modelId="{5385F228-CA47-4CAC-A9BF-560EC7E19AC9}" type="presParOf" srcId="{F9D04BA1-BFC2-4D52-9D70-55CE38817637}" destId="{11663765-7435-42A6-A6EB-53D7E3A41C60}" srcOrd="0" destOrd="0" presId="urn:microsoft.com/office/officeart/2005/8/layout/hierarchy6"/>
    <dgm:cxn modelId="{84E33224-D608-4420-898D-58F6B226D2ED}" type="presParOf" srcId="{F9D04BA1-BFC2-4D52-9D70-55CE38817637}" destId="{70FABB4A-994C-4BCC-9239-D2A6B9AC4973}" srcOrd="1" destOrd="0" presId="urn:microsoft.com/office/officeart/2005/8/layout/hierarchy6"/>
    <dgm:cxn modelId="{1F082043-5637-484E-961B-77C8E9809B3B}" type="presParOf" srcId="{5AAE411C-990C-4958-B2CB-DAB7FC79550B}" destId="{42607469-8EB6-4E16-9834-B4F475607AAD}" srcOrd="4" destOrd="0" presId="urn:microsoft.com/office/officeart/2005/8/layout/hierarchy6"/>
    <dgm:cxn modelId="{E273855E-9ED8-4E30-BC5E-431730283C1D}" type="presParOf" srcId="{5AAE411C-990C-4958-B2CB-DAB7FC79550B}" destId="{906ED419-19DF-454E-9E05-2321A1EC59BF}" srcOrd="5" destOrd="0" presId="urn:microsoft.com/office/officeart/2005/8/layout/hierarchy6"/>
    <dgm:cxn modelId="{A3C44489-890E-4B38-BEC5-0A36C205DC66}" type="presParOf" srcId="{906ED419-19DF-454E-9E05-2321A1EC59BF}" destId="{F3EC71F3-3DA9-490A-B55E-2D56317EE06B}" srcOrd="0" destOrd="0" presId="urn:microsoft.com/office/officeart/2005/8/layout/hierarchy6"/>
    <dgm:cxn modelId="{4093656A-6F99-49CE-AED4-CB460D05E487}" type="presParOf" srcId="{906ED419-19DF-454E-9E05-2321A1EC59BF}" destId="{AC28D5C0-0662-408F-B42A-1CDFDC8AC9A9}" srcOrd="1" destOrd="0" presId="urn:microsoft.com/office/officeart/2005/8/layout/hierarchy6"/>
    <dgm:cxn modelId="{20B3F5B5-76A6-41DA-8795-D137F0EDEA3D}" type="presParOf" srcId="{5AAE411C-990C-4958-B2CB-DAB7FC79550B}" destId="{9955BC8E-845B-498D-8EC3-6B086BD09023}" srcOrd="6" destOrd="0" presId="urn:microsoft.com/office/officeart/2005/8/layout/hierarchy6"/>
    <dgm:cxn modelId="{6643F4E2-60C0-4D67-8E6D-DCE8C6E2ED40}" type="presParOf" srcId="{5AAE411C-990C-4958-B2CB-DAB7FC79550B}" destId="{CBC1356F-99BE-4FA0-A7DF-D779602D07E0}" srcOrd="7" destOrd="0" presId="urn:microsoft.com/office/officeart/2005/8/layout/hierarchy6"/>
    <dgm:cxn modelId="{FD513895-60B8-410E-A2B7-4B6418F94E6E}" type="presParOf" srcId="{CBC1356F-99BE-4FA0-A7DF-D779602D07E0}" destId="{BA9B8355-B4E7-438E-8E84-37D42C666B06}" srcOrd="0" destOrd="0" presId="urn:microsoft.com/office/officeart/2005/8/layout/hierarchy6"/>
    <dgm:cxn modelId="{F534B098-AB0D-481A-ACCB-0B9230CE143B}" type="presParOf" srcId="{CBC1356F-99BE-4FA0-A7DF-D779602D07E0}" destId="{582A1BBA-4671-4E66-B6AB-0F1FBE173EDF}" srcOrd="1" destOrd="0" presId="urn:microsoft.com/office/officeart/2005/8/layout/hierarchy6"/>
    <dgm:cxn modelId="{E79B1B38-A682-47F1-BD0C-E5E6A2C095AD}" type="presParOf" srcId="{E55E05F0-1903-4AB9-AD1D-2FCB9B4AE854}" destId="{7868184D-2462-4E31-9C5F-BEADEC983CB6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E6EEA-A46B-479E-A725-774068906299}">
      <dsp:nvSpPr>
        <dsp:cNvPr id="0" name=""/>
        <dsp:cNvSpPr/>
      </dsp:nvSpPr>
      <dsp:spPr>
        <a:xfrm>
          <a:off x="2787991" y="2322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Operational Check</a:t>
          </a:r>
        </a:p>
      </dsp:txBody>
      <dsp:txXfrm>
        <a:off x="2806374" y="20705"/>
        <a:ext cx="904711" cy="590885"/>
      </dsp:txXfrm>
    </dsp:sp>
    <dsp:sp modelId="{E88976A0-11B9-41CC-A428-46EA08ACA766}">
      <dsp:nvSpPr>
        <dsp:cNvPr id="0" name=""/>
        <dsp:cNvSpPr/>
      </dsp:nvSpPr>
      <dsp:spPr>
        <a:xfrm>
          <a:off x="1422849" y="629974"/>
          <a:ext cx="1835880" cy="251060"/>
        </a:xfrm>
        <a:custGeom>
          <a:avLst/>
          <a:gdLst/>
          <a:ahLst/>
          <a:cxnLst/>
          <a:rect l="0" t="0" r="0" b="0"/>
          <a:pathLst>
            <a:path>
              <a:moveTo>
                <a:pt x="1835880" y="0"/>
              </a:moveTo>
              <a:lnTo>
                <a:pt x="1835880" y="125530"/>
              </a:lnTo>
              <a:lnTo>
                <a:pt x="0" y="125530"/>
              </a:lnTo>
              <a:lnTo>
                <a:pt x="0" y="2510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A0F727-2757-429C-981A-881E42F80EE1}">
      <dsp:nvSpPr>
        <dsp:cNvPr id="0" name=""/>
        <dsp:cNvSpPr/>
      </dsp:nvSpPr>
      <dsp:spPr>
        <a:xfrm>
          <a:off x="952110" y="881035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Run operational check</a:t>
          </a:r>
        </a:p>
      </dsp:txBody>
      <dsp:txXfrm>
        <a:off x="970493" y="899418"/>
        <a:ext cx="904711" cy="590885"/>
      </dsp:txXfrm>
    </dsp:sp>
    <dsp:sp modelId="{E287C53F-8DD8-4BDE-8E91-1888EAEFE78E}">
      <dsp:nvSpPr>
        <dsp:cNvPr id="0" name=""/>
        <dsp:cNvSpPr/>
      </dsp:nvSpPr>
      <dsp:spPr>
        <a:xfrm>
          <a:off x="1377129" y="1508686"/>
          <a:ext cx="91440" cy="2510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10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C10C0-9143-4639-8115-DC4F2E3E989C}">
      <dsp:nvSpPr>
        <dsp:cNvPr id="0" name=""/>
        <dsp:cNvSpPr/>
      </dsp:nvSpPr>
      <dsp:spPr>
        <a:xfrm>
          <a:off x="952110" y="1759747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Exit clinical mode</a:t>
          </a:r>
        </a:p>
      </dsp:txBody>
      <dsp:txXfrm>
        <a:off x="970493" y="1778130"/>
        <a:ext cx="904711" cy="590885"/>
      </dsp:txXfrm>
    </dsp:sp>
    <dsp:sp modelId="{DFF2A445-F23A-48D9-A472-FA5A4ACDC4D6}">
      <dsp:nvSpPr>
        <dsp:cNvPr id="0" name=""/>
        <dsp:cNvSpPr/>
      </dsp:nvSpPr>
      <dsp:spPr>
        <a:xfrm>
          <a:off x="810888" y="2387398"/>
          <a:ext cx="611960" cy="251060"/>
        </a:xfrm>
        <a:custGeom>
          <a:avLst/>
          <a:gdLst/>
          <a:ahLst/>
          <a:cxnLst/>
          <a:rect l="0" t="0" r="0" b="0"/>
          <a:pathLst>
            <a:path>
              <a:moveTo>
                <a:pt x="611960" y="0"/>
              </a:moveTo>
              <a:lnTo>
                <a:pt x="611960" y="125530"/>
              </a:lnTo>
              <a:lnTo>
                <a:pt x="0" y="125530"/>
              </a:lnTo>
              <a:lnTo>
                <a:pt x="0" y="2510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C032F8-D682-4979-A9B3-094548D37CEA}">
      <dsp:nvSpPr>
        <dsp:cNvPr id="0" name=""/>
        <dsp:cNvSpPr/>
      </dsp:nvSpPr>
      <dsp:spPr>
        <a:xfrm>
          <a:off x="340150" y="2638459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YES</a:t>
          </a:r>
        </a:p>
      </dsp:txBody>
      <dsp:txXfrm>
        <a:off x="358533" y="2656842"/>
        <a:ext cx="904711" cy="590885"/>
      </dsp:txXfrm>
    </dsp:sp>
    <dsp:sp modelId="{24091004-4E7A-4AA7-9CD1-2715A145DBC3}">
      <dsp:nvSpPr>
        <dsp:cNvPr id="0" name=""/>
        <dsp:cNvSpPr/>
      </dsp:nvSpPr>
      <dsp:spPr>
        <a:xfrm>
          <a:off x="1422849" y="2387398"/>
          <a:ext cx="611960" cy="2510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30"/>
              </a:lnTo>
              <a:lnTo>
                <a:pt x="611960" y="125530"/>
              </a:lnTo>
              <a:lnTo>
                <a:pt x="611960" y="2510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BF1717-1E7D-4B37-B29C-2FB35253F30B}">
      <dsp:nvSpPr>
        <dsp:cNvPr id="0" name=""/>
        <dsp:cNvSpPr/>
      </dsp:nvSpPr>
      <dsp:spPr>
        <a:xfrm>
          <a:off x="1564070" y="2638459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</a:t>
          </a:r>
        </a:p>
      </dsp:txBody>
      <dsp:txXfrm>
        <a:off x="1582453" y="2656842"/>
        <a:ext cx="904711" cy="590885"/>
      </dsp:txXfrm>
    </dsp:sp>
    <dsp:sp modelId="{23471BE5-1427-4B68-8342-F6967CD6514A}">
      <dsp:nvSpPr>
        <dsp:cNvPr id="0" name=""/>
        <dsp:cNvSpPr/>
      </dsp:nvSpPr>
      <dsp:spPr>
        <a:xfrm>
          <a:off x="2646769" y="629974"/>
          <a:ext cx="611960" cy="251060"/>
        </a:xfrm>
        <a:custGeom>
          <a:avLst/>
          <a:gdLst/>
          <a:ahLst/>
          <a:cxnLst/>
          <a:rect l="0" t="0" r="0" b="0"/>
          <a:pathLst>
            <a:path>
              <a:moveTo>
                <a:pt x="611960" y="0"/>
              </a:moveTo>
              <a:lnTo>
                <a:pt x="611960" y="125530"/>
              </a:lnTo>
              <a:lnTo>
                <a:pt x="0" y="125530"/>
              </a:lnTo>
              <a:lnTo>
                <a:pt x="0" y="2510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663765-7435-42A6-A6EB-53D7E3A41C60}">
      <dsp:nvSpPr>
        <dsp:cNvPr id="0" name=""/>
        <dsp:cNvSpPr/>
      </dsp:nvSpPr>
      <dsp:spPr>
        <a:xfrm>
          <a:off x="2176031" y="881035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Operational check summary</a:t>
          </a:r>
        </a:p>
      </dsp:txBody>
      <dsp:txXfrm>
        <a:off x="2194414" y="899418"/>
        <a:ext cx="904711" cy="590885"/>
      </dsp:txXfrm>
    </dsp:sp>
    <dsp:sp modelId="{42607469-8EB6-4E16-9834-B4F475607AAD}">
      <dsp:nvSpPr>
        <dsp:cNvPr id="0" name=""/>
        <dsp:cNvSpPr/>
      </dsp:nvSpPr>
      <dsp:spPr>
        <a:xfrm>
          <a:off x="3258730" y="629974"/>
          <a:ext cx="611960" cy="2510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30"/>
              </a:lnTo>
              <a:lnTo>
                <a:pt x="611960" y="125530"/>
              </a:lnTo>
              <a:lnTo>
                <a:pt x="611960" y="2510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EC71F3-3DA9-490A-B55E-2D56317EE06B}">
      <dsp:nvSpPr>
        <dsp:cNvPr id="0" name=""/>
        <dsp:cNvSpPr/>
      </dsp:nvSpPr>
      <dsp:spPr>
        <a:xfrm>
          <a:off x="3399951" y="881035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 test summary</a:t>
          </a:r>
        </a:p>
      </dsp:txBody>
      <dsp:txXfrm>
        <a:off x="3418334" y="899418"/>
        <a:ext cx="904711" cy="590885"/>
      </dsp:txXfrm>
    </dsp:sp>
    <dsp:sp modelId="{9955BC8E-845B-498D-8EC3-6B086BD09023}">
      <dsp:nvSpPr>
        <dsp:cNvPr id="0" name=""/>
        <dsp:cNvSpPr/>
      </dsp:nvSpPr>
      <dsp:spPr>
        <a:xfrm>
          <a:off x="3258730" y="629974"/>
          <a:ext cx="1835880" cy="2510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30"/>
              </a:lnTo>
              <a:lnTo>
                <a:pt x="1835880" y="125530"/>
              </a:lnTo>
              <a:lnTo>
                <a:pt x="1835880" y="2510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B8355-B4E7-438E-8E84-37D42C666B06}">
      <dsp:nvSpPr>
        <dsp:cNvPr id="0" name=""/>
        <dsp:cNvSpPr/>
      </dsp:nvSpPr>
      <dsp:spPr>
        <a:xfrm>
          <a:off x="4623872" y="881035"/>
          <a:ext cx="941477" cy="627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Exit</a:t>
          </a:r>
        </a:p>
      </dsp:txBody>
      <dsp:txXfrm>
        <a:off x="4642255" y="899418"/>
        <a:ext cx="904711" cy="590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00125" y="-1016309"/>
            <a:ext cx="7757932" cy="916314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563215" y="1627746"/>
            <a:ext cx="10880029" cy="4084406"/>
            <a:chOff x="0" y="32931"/>
            <a:chExt cx="14506705" cy="5445874"/>
          </a:xfrm>
        </p:grpSpPr>
        <p:sp>
          <p:nvSpPr>
            <p:cNvPr id="4" name="AutoShape 4"/>
            <p:cNvSpPr/>
            <p:nvPr/>
          </p:nvSpPr>
          <p:spPr>
            <a:xfrm>
              <a:off x="0" y="330131"/>
              <a:ext cx="14506705" cy="5148674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98365" y="1520841"/>
              <a:ext cx="11039789" cy="25810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680"/>
                </a:lnSpc>
              </a:pPr>
              <a:r>
                <a:rPr lang="en-US" sz="5400" dirty="0" err="1">
                  <a:solidFill>
                    <a:srgbClr val="FF341E"/>
                  </a:solidFill>
                  <a:latin typeface="League Spartan Bold"/>
                </a:rPr>
                <a:t>Celluer</a:t>
              </a:r>
              <a:r>
                <a:rPr lang="en-US" sz="5400" dirty="0">
                  <a:solidFill>
                    <a:srgbClr val="FF341E"/>
                  </a:solidFill>
                  <a:latin typeface="League Spartan Bold"/>
                </a:rPr>
                <a:t> Automated External Defibrillator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3563331" y="32931"/>
              <a:ext cx="8637242" cy="660261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 rot="21582876">
              <a:off x="3345959" y="217723"/>
              <a:ext cx="7814790" cy="290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9"/>
                </a:lnSpc>
              </a:pPr>
              <a:endParaRPr lang="en-US" sz="1407" spc="422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8364" y="4321725"/>
              <a:ext cx="11309977" cy="44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endParaRPr lang="en-US" sz="2100" dirty="0">
                <a:solidFill>
                  <a:srgbClr val="000000"/>
                </a:solidFill>
                <a:latin typeface="League Spartan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05603" y="-294826"/>
            <a:ext cx="7757932" cy="916314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563215" y="673727"/>
            <a:ext cx="6040959" cy="3290401"/>
            <a:chOff x="0" y="0"/>
            <a:chExt cx="8054612" cy="4387201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8054612" cy="2106048"/>
            </a:xfrm>
            <a:prstGeom prst="rect">
              <a:avLst/>
            </a:prstGeom>
            <a:solidFill>
              <a:srgbClr val="FF341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00704" y="427561"/>
              <a:ext cx="6023144" cy="736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League Spartan Bold"/>
                </a:rPr>
                <a:t>CONTENT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00704" y="2753412"/>
              <a:ext cx="6023144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0"/>
                </a:lnSpc>
              </a:pPr>
              <a:endParaRPr lang="en-US" sz="1600" dirty="0">
                <a:solidFill>
                  <a:srgbClr val="FF341E"/>
                </a:solidFill>
                <a:latin typeface="Libre Baskerville Itali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00704" y="3248599"/>
              <a:ext cx="6010611" cy="11386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 algn="l">
                <a:lnSpc>
                  <a:spcPts val="1725"/>
                </a:lnSpc>
                <a:buFont typeface="Arial" panose="020B0604020202020204" pitchFamily="34" charset="0"/>
                <a:buChar char="•"/>
              </a:pPr>
              <a:r>
                <a:rPr lang="en-US" sz="1400" b="1" spc="11" dirty="0">
                  <a:solidFill>
                    <a:srgbClr val="000000"/>
                  </a:solidFill>
                </a:rPr>
                <a:t>CAED BATTERY</a:t>
              </a:r>
            </a:p>
            <a:p>
              <a:pPr marL="628650" lvl="1" indent="-171450">
                <a:lnSpc>
                  <a:spcPts val="1725"/>
                </a:lnSpc>
                <a:buFont typeface="Wingdings" panose="05000000000000000000" pitchFamily="2" charset="2"/>
                <a:buChar char="§"/>
              </a:pPr>
              <a:r>
                <a:rPr lang="en-US" sz="1400" spc="11" dirty="0">
                  <a:solidFill>
                    <a:srgbClr val="000000"/>
                  </a:solidFill>
                </a:rPr>
                <a:t> OREL Battery Specifications</a:t>
              </a:r>
            </a:p>
            <a:p>
              <a:pPr marL="628650" lvl="1" indent="-171450">
                <a:lnSpc>
                  <a:spcPts val="1725"/>
                </a:lnSpc>
                <a:buFont typeface="Wingdings" panose="05000000000000000000" pitchFamily="2" charset="2"/>
                <a:buChar char="§"/>
              </a:pPr>
              <a:r>
                <a:rPr lang="en-US" sz="1400" spc="11" dirty="0">
                  <a:solidFill>
                    <a:srgbClr val="000000"/>
                  </a:solidFill>
                </a:rPr>
                <a:t>Battery manufacture </a:t>
              </a:r>
            </a:p>
            <a:p>
              <a:pPr lvl="1">
                <a:lnSpc>
                  <a:spcPts val="1725"/>
                </a:lnSpc>
              </a:pPr>
              <a:endParaRPr lang="en-US" sz="1150" spc="11" dirty="0">
                <a:solidFill>
                  <a:srgbClr val="000000"/>
                </a:solidFill>
                <a:latin typeface="Montserrat Light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63215" y="6836185"/>
            <a:ext cx="10880029" cy="964537"/>
            <a:chOff x="0" y="0"/>
            <a:chExt cx="14506705" cy="1286049"/>
          </a:xfrm>
        </p:grpSpPr>
        <p:sp>
          <p:nvSpPr>
            <p:cNvPr id="9" name="AutoShape 9"/>
            <p:cNvSpPr/>
            <p:nvPr/>
          </p:nvSpPr>
          <p:spPr>
            <a:xfrm>
              <a:off x="0" y="0"/>
              <a:ext cx="14506705" cy="1286049"/>
            </a:xfrm>
            <a:prstGeom prst="rect">
              <a:avLst/>
            </a:prstGeom>
            <a:solidFill>
              <a:srgbClr val="FF341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408926" y="278956"/>
              <a:ext cx="6023144" cy="17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960"/>
                </a:lnSpc>
              </a:pPr>
              <a:r>
                <a:rPr lang="en-US" sz="800" spc="120" dirty="0">
                  <a:solidFill>
                    <a:srgbClr val="FFFFFF"/>
                  </a:solidFill>
                  <a:latin typeface="League Spartan"/>
                </a:rPr>
                <a:t>0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53A802F-5DEF-1FFA-AF4E-088AACAAAE33}"/>
              </a:ext>
            </a:extLst>
          </p:cNvPr>
          <p:cNvSpPr txBox="1"/>
          <p:nvPr/>
        </p:nvSpPr>
        <p:spPr>
          <a:xfrm>
            <a:off x="304800" y="4332759"/>
            <a:ext cx="381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CAED Circuit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voltage Board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Charging Circuit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Capacitor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H-Bridge  circuit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Inner selector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Internal Discharge circuit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Outer selector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Connector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E180B8-4004-8BD0-2AE0-6923F876CB0F}"/>
              </a:ext>
            </a:extLst>
          </p:cNvPr>
          <p:cNvSpPr txBox="1"/>
          <p:nvPr/>
        </p:nvSpPr>
        <p:spPr>
          <a:xfrm>
            <a:off x="5405603" y="2982442"/>
            <a:ext cx="2671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Control 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PSOC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Inputs/Outputs</a:t>
            </a:r>
          </a:p>
          <a:p>
            <a:pPr lvl="1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D37DA-00EF-FFCB-037D-6EDC2365E151}"/>
              </a:ext>
            </a:extLst>
          </p:cNvPr>
          <p:cNvSpPr txBox="1"/>
          <p:nvPr/>
        </p:nvSpPr>
        <p:spPr>
          <a:xfrm>
            <a:off x="5477744" y="4724648"/>
            <a:ext cx="183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563215" y="6836185"/>
            <a:ext cx="10880029" cy="964537"/>
          </a:xfrm>
          <a:prstGeom prst="rect">
            <a:avLst/>
          </a:prstGeom>
          <a:solidFill>
            <a:srgbClr val="FF341E"/>
          </a:solidFill>
        </p:spPr>
      </p:sp>
      <p:sp>
        <p:nvSpPr>
          <p:cNvPr id="5" name="TextBox 5"/>
          <p:cNvSpPr txBox="1"/>
          <p:nvPr/>
        </p:nvSpPr>
        <p:spPr>
          <a:xfrm>
            <a:off x="485522" y="961745"/>
            <a:ext cx="281801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dirty="0">
                <a:solidFill>
                  <a:srgbClr val="FF341E"/>
                </a:solidFill>
                <a:latin typeface="League Spartan Bold"/>
              </a:rPr>
              <a:t>CAED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731117" y="968889"/>
            <a:ext cx="5565283" cy="6547304"/>
            <a:chOff x="1" y="-9525"/>
            <a:chExt cx="7420378" cy="2422753"/>
          </a:xfrm>
        </p:grpSpPr>
        <p:sp>
          <p:nvSpPr>
            <p:cNvPr id="7" name="TextBox 7"/>
            <p:cNvSpPr txBox="1"/>
            <p:nvPr/>
          </p:nvSpPr>
          <p:spPr>
            <a:xfrm>
              <a:off x="1" y="-9525"/>
              <a:ext cx="7115579" cy="24227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FF341E"/>
                  </a:solidFill>
                  <a:latin typeface="League Spartan Bold"/>
                </a:rPr>
                <a:t>OREL Battery Specifications</a:t>
              </a:r>
            </a:p>
            <a:p>
              <a:pPr marL="342900" indent="-342900" algn="l">
                <a:lnSpc>
                  <a:spcPts val="2520"/>
                </a:lnSpc>
                <a:buFont typeface="Arial" panose="020B0604020202020204" pitchFamily="34" charset="0"/>
                <a:buChar char="•"/>
              </a:pPr>
              <a:endParaRPr lang="en-US" sz="2100" dirty="0">
                <a:latin typeface="League Spartan Bold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Type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 </a:t>
              </a: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Lithium Manganese Dioxide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high-energy</a:t>
              </a:r>
              <a:endParaRPr lang="en-US" sz="1400" dirty="0">
                <a:solidFill>
                  <a:srgbClr val="374151"/>
                </a:solidFill>
                <a:latin typeface="Söhne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 long-lasting battery</a:t>
              </a:r>
            </a:p>
            <a:p>
              <a:pPr algn="l">
                <a:buFont typeface="+mj-lt"/>
                <a:buAutoNum type="arabicPeriod"/>
              </a:pP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Voltage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 </a:t>
              </a: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9 volts</a:t>
              </a: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algn="l">
                <a:buFont typeface="+mj-lt"/>
                <a:buAutoNum type="arabicPeriod"/>
              </a:pP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Capacity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 </a:t>
              </a: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4.2 a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mpere-hours (Ah)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Weight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 </a:t>
              </a: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1.5 pounds (0.68 kg), or below</a:t>
              </a:r>
            </a:p>
            <a:p>
              <a:pPr algn="l">
                <a:buFont typeface="+mj-lt"/>
                <a:buAutoNum type="arabicPeriod"/>
              </a:pP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Size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 13.34 cm x 9.53 cm</a:t>
              </a:r>
              <a:r>
                <a:rPr lang="en-US" sz="1400" dirty="0">
                  <a:solidFill>
                    <a:srgbClr val="374151"/>
                  </a:solidFill>
                  <a:latin typeface="Söhne"/>
                </a:rPr>
                <a:t> 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x 3.81 cm</a:t>
              </a:r>
              <a:r>
                <a:rPr lang="en-US" sz="1400" dirty="0">
                  <a:solidFill>
                    <a:srgbClr val="374151"/>
                  </a:solidFill>
                  <a:latin typeface="Söhne"/>
                </a:rPr>
                <a:t> 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or below.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Shelf life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</a:t>
              </a:r>
              <a:r>
                <a:rPr lang="en-US" sz="1400" dirty="0">
                  <a:solidFill>
                    <a:srgbClr val="374151"/>
                  </a:solidFill>
                  <a:latin typeface="Söhne"/>
                </a:rPr>
                <a:t>2-4 years</a:t>
              </a: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algn="l"/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374151"/>
                  </a:solidFill>
                  <a:latin typeface="Söhne"/>
                </a:rPr>
                <a:t>O</a:t>
              </a: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perating temperature range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 temperatures ranging from 32°F (0°C) to 122°F (50°C).</a:t>
              </a:r>
            </a:p>
            <a:p>
              <a:pPr algn="l">
                <a:buFont typeface="+mj-lt"/>
                <a:buAutoNum type="arabicPeriod"/>
              </a:pPr>
              <a:endParaRPr lang="en-US" sz="1400" dirty="0">
                <a:solidFill>
                  <a:srgbClr val="374151"/>
                </a:solidFill>
                <a:latin typeface="Söhne"/>
              </a:endParaRPr>
            </a:p>
            <a:p>
              <a:pPr algn="l"/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Charging time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The battery can be fully charged in under four hours </a:t>
              </a:r>
            </a:p>
            <a:p>
              <a:pPr algn="l">
                <a:buFont typeface="+mj-lt"/>
                <a:buAutoNum type="arabicPeriod"/>
              </a:pP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i="0" dirty="0">
                  <a:solidFill>
                    <a:srgbClr val="374151"/>
                  </a:solidFill>
                  <a:effectLst/>
                  <a:latin typeface="Söhne"/>
                </a:rPr>
                <a:t>Run time</a:t>
              </a:r>
              <a:r>
                <a:rPr lang="en-US" sz="1400" b="0" i="0" dirty="0">
                  <a:solidFill>
                    <a:srgbClr val="374151"/>
                  </a:solidFill>
                  <a:effectLst/>
                  <a:latin typeface="Söhne"/>
                </a:rPr>
                <a:t>:  minimum of 200 shocks or four hours of monitoring</a:t>
              </a:r>
            </a:p>
            <a:p>
              <a:pPr algn="l"/>
              <a:endParaRPr lang="en-US" sz="1400" dirty="0">
                <a:solidFill>
                  <a:srgbClr val="374151"/>
                </a:solidFill>
                <a:latin typeface="Söhne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algn="l">
                <a:buFont typeface="+mj-lt"/>
                <a:buAutoNum type="arabicPeriod"/>
              </a:pPr>
              <a:endParaRPr lang="en-US" sz="1400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342900" indent="-342900" algn="l">
                <a:lnSpc>
                  <a:spcPts val="2520"/>
                </a:lnSpc>
                <a:buFont typeface="Arial" panose="020B0604020202020204" pitchFamily="34" charset="0"/>
                <a:buChar char="•"/>
              </a:pPr>
              <a:endParaRPr lang="en-US" sz="2100" dirty="0">
                <a:latin typeface="League Spartan Bold"/>
              </a:endParaRPr>
            </a:p>
            <a:p>
              <a:pPr marL="285750" indent="-285750" algn="l">
                <a:lnSpc>
                  <a:spcPts val="2520"/>
                </a:lnSpc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341E"/>
                </a:solidFill>
                <a:latin typeface="League Spartan Bold"/>
              </a:endParaRPr>
            </a:p>
            <a:p>
              <a:pPr marL="285750" indent="-285750" algn="l">
                <a:lnSpc>
                  <a:spcPts val="252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League Spartan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764" y="609488"/>
              <a:ext cx="7382615" cy="1637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71450" indent="-171450" algn="l">
                <a:lnSpc>
                  <a:spcPts val="1725"/>
                </a:lnSpc>
                <a:buFont typeface="Arial" panose="020B0604020202020204" pitchFamily="34" charset="0"/>
                <a:buChar char="•"/>
              </a:pPr>
              <a:endParaRPr lang="en-US" b="0" i="0" dirty="0">
                <a:solidFill>
                  <a:srgbClr val="374151"/>
                </a:solidFill>
                <a:effectLst/>
                <a:latin typeface="Söhne"/>
              </a:endParaRPr>
            </a:p>
            <a:p>
              <a:pPr marL="171450" indent="-171450" algn="l">
                <a:lnSpc>
                  <a:spcPts val="1725"/>
                </a:lnSpc>
                <a:buFont typeface="Arial" panose="020B0604020202020204" pitchFamily="34" charset="0"/>
                <a:buChar char="•"/>
              </a:pPr>
              <a:endParaRPr lang="en-US" spc="11" dirty="0">
                <a:solidFill>
                  <a:srgbClr val="374151"/>
                </a:solidFill>
                <a:latin typeface="Söhne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3D7EAC5-B236-5B39-3489-032BDC195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2" y="2514600"/>
            <a:ext cx="1265030" cy="23471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9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40720" y="-2667000"/>
            <a:ext cx="9072159" cy="10715418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250558" y="1929289"/>
            <a:ext cx="7252485" cy="3516997"/>
            <a:chOff x="0" y="80500"/>
            <a:chExt cx="9669980" cy="4689329"/>
          </a:xfrm>
        </p:grpSpPr>
        <p:sp>
          <p:nvSpPr>
            <p:cNvPr id="4" name="TextBox 4"/>
            <p:cNvSpPr txBox="1"/>
            <p:nvPr/>
          </p:nvSpPr>
          <p:spPr>
            <a:xfrm>
              <a:off x="0" y="1498624"/>
              <a:ext cx="966998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7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5" name="AutoShape 5"/>
            <p:cNvSpPr/>
            <p:nvPr/>
          </p:nvSpPr>
          <p:spPr>
            <a:xfrm>
              <a:off x="840052" y="80500"/>
              <a:ext cx="7989875" cy="660261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305524" y="171381"/>
              <a:ext cx="7058932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20"/>
                </a:lnSpc>
              </a:pPr>
              <a:r>
                <a:rPr lang="en-US" sz="1600" dirty="0">
                  <a:solidFill>
                    <a:srgbClr val="FF341E"/>
                  </a:solidFill>
                  <a:latin typeface="Libre Baskerville Italics"/>
                </a:rPr>
                <a:t>Battery Manufacturer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544404"/>
              <a:ext cx="9669980" cy="225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20"/>
                </a:lnSpc>
              </a:pPr>
              <a:endParaRPr lang="en-US" sz="1100" spc="165" dirty="0">
                <a:solidFill>
                  <a:srgbClr val="FFFFFF"/>
                </a:solidFill>
                <a:latin typeface="League Spartan Bold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F35982C-4FFA-CEA8-BAB5-12CB612A22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332"/>
          <a:stretch/>
        </p:blipFill>
        <p:spPr>
          <a:xfrm>
            <a:off x="6284815" y="2819400"/>
            <a:ext cx="2949196" cy="2851484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B2BE39B-EBBC-3163-E7E7-3FE5B11A4D6D}"/>
              </a:ext>
            </a:extLst>
          </p:cNvPr>
          <p:cNvSpPr/>
          <p:nvPr/>
        </p:nvSpPr>
        <p:spPr>
          <a:xfrm>
            <a:off x="3594634" y="3421518"/>
            <a:ext cx="2600747" cy="9144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D13E8E-3D15-3869-7158-6D2D028264D1}"/>
              </a:ext>
            </a:extLst>
          </p:cNvPr>
          <p:cNvSpPr txBox="1"/>
          <p:nvPr/>
        </p:nvSpPr>
        <p:spPr>
          <a:xfrm>
            <a:off x="685800" y="3300658"/>
            <a:ext cx="27829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Lithium manganese dioxide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4 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9v nominal voltage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1200mAh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$500 for 1 battery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28150" y="-578644"/>
            <a:ext cx="10843260" cy="26136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3" name="Group 3"/>
          <p:cNvGrpSpPr/>
          <p:nvPr/>
        </p:nvGrpSpPr>
        <p:grpSpPr>
          <a:xfrm>
            <a:off x="1193919" y="735330"/>
            <a:ext cx="7365761" cy="657225"/>
            <a:chOff x="0" y="0"/>
            <a:chExt cx="9821015" cy="8763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821015" cy="44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League Spartan Bold"/>
                </a:rPr>
                <a:t>Circuit Diagram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50875"/>
              <a:ext cx="9821015" cy="225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20"/>
                </a:lnSpc>
              </a:pPr>
              <a:endParaRPr lang="en-US" sz="1100" spc="165" dirty="0">
                <a:solidFill>
                  <a:srgbClr val="000000"/>
                </a:solidFill>
                <a:latin typeface="League Spartan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5114374"/>
            <a:ext cx="2555208" cy="506679"/>
            <a:chOff x="0" y="0"/>
            <a:chExt cx="3406944" cy="67557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3406944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0"/>
                </a:lnSpc>
              </a:pPr>
              <a:endParaRPr lang="en-US" sz="1600" dirty="0">
                <a:solidFill>
                  <a:srgbClr val="FF341E"/>
                </a:solidFill>
                <a:latin typeface="Libre Baskerville Itali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08873"/>
              <a:ext cx="3406944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000000"/>
                </a:solidFill>
                <a:latin typeface="Montserrat Ligh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9196" y="5114374"/>
            <a:ext cx="2555208" cy="506679"/>
            <a:chOff x="0" y="0"/>
            <a:chExt cx="3406944" cy="67557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3406944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0"/>
                </a:lnSpc>
              </a:pPr>
              <a:endParaRPr lang="en-US" sz="1600" dirty="0">
                <a:solidFill>
                  <a:srgbClr val="FF341E"/>
                </a:solidFill>
                <a:latin typeface="Libre Baskerville Itali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08873"/>
              <a:ext cx="3406944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000000"/>
                </a:solidFill>
                <a:latin typeface="Montserrat Ligh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66872" y="5114374"/>
            <a:ext cx="2555208" cy="506679"/>
            <a:chOff x="0" y="0"/>
            <a:chExt cx="3406944" cy="67557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0"/>
              <a:ext cx="3406944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0"/>
                </a:lnSpc>
              </a:pPr>
              <a:endParaRPr lang="en-US" sz="1600" dirty="0">
                <a:solidFill>
                  <a:srgbClr val="FF341E"/>
                </a:solidFill>
                <a:latin typeface="Libre Baskerville Itali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08873"/>
              <a:ext cx="3406944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000000"/>
                </a:solidFill>
                <a:latin typeface="Montserrat Light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563215" y="6832931"/>
            <a:ext cx="10880029" cy="964537"/>
            <a:chOff x="0" y="0"/>
            <a:chExt cx="14506705" cy="1286049"/>
          </a:xfrm>
        </p:grpSpPr>
        <p:sp>
          <p:nvSpPr>
            <p:cNvPr id="22" name="AutoShape 22"/>
            <p:cNvSpPr/>
            <p:nvPr/>
          </p:nvSpPr>
          <p:spPr>
            <a:xfrm>
              <a:off x="0" y="0"/>
              <a:ext cx="14506705" cy="1286049"/>
            </a:xfrm>
            <a:prstGeom prst="rect">
              <a:avLst/>
            </a:prstGeom>
            <a:solidFill>
              <a:srgbClr val="FF341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408926" y="278956"/>
              <a:ext cx="6023144" cy="17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960"/>
                </a:lnSpc>
              </a:pPr>
              <a:r>
                <a:rPr lang="en-US" sz="800" spc="120" dirty="0">
                  <a:solidFill>
                    <a:srgbClr val="FFFFFF"/>
                  </a:solidFill>
                  <a:latin typeface="League Spartan"/>
                </a:rPr>
                <a:t>20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6322928-430C-9C0C-57A2-87977D202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78" y="2534081"/>
            <a:ext cx="7343775" cy="354330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1F7039A-C589-82D2-2CDF-A51B0C61142C}"/>
              </a:ext>
            </a:extLst>
          </p:cNvPr>
          <p:cNvCxnSpPr/>
          <p:nvPr/>
        </p:nvCxnSpPr>
        <p:spPr>
          <a:xfrm>
            <a:off x="3286728" y="3429000"/>
            <a:ext cx="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7CFF14-7907-AED5-4600-868C4E6607F6}"/>
              </a:ext>
            </a:extLst>
          </p:cNvPr>
          <p:cNvCxnSpPr/>
          <p:nvPr/>
        </p:nvCxnSpPr>
        <p:spPr>
          <a:xfrm>
            <a:off x="3286728" y="3581400"/>
            <a:ext cx="28676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4C9D0F-E75A-F888-7E2A-2168E99342EB}"/>
              </a:ext>
            </a:extLst>
          </p:cNvPr>
          <p:cNvCxnSpPr>
            <a:cxnSpLocks/>
          </p:cNvCxnSpPr>
          <p:nvPr/>
        </p:nvCxnSpPr>
        <p:spPr>
          <a:xfrm flipV="1">
            <a:off x="6154404" y="35814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8A2ADC-1E4D-04E2-7B90-CA05F4490D7D}"/>
              </a:ext>
            </a:extLst>
          </p:cNvPr>
          <p:cNvCxnSpPr/>
          <p:nvPr/>
        </p:nvCxnSpPr>
        <p:spPr>
          <a:xfrm flipV="1">
            <a:off x="4720566" y="35814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7778D7E-B003-98B1-8ECF-B0063AF42FE4}"/>
              </a:ext>
            </a:extLst>
          </p:cNvPr>
          <p:cNvCxnSpPr/>
          <p:nvPr/>
        </p:nvCxnSpPr>
        <p:spPr>
          <a:xfrm flipV="1">
            <a:off x="5638800" y="3429000"/>
            <a:ext cx="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B8E1B7C-09CA-E628-DDB8-B65921C04492}"/>
              </a:ext>
            </a:extLst>
          </p:cNvPr>
          <p:cNvCxnSpPr/>
          <p:nvPr/>
        </p:nvCxnSpPr>
        <p:spPr>
          <a:xfrm flipH="1">
            <a:off x="3733800" y="4038600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51CFF3C-A70F-AB6A-8FB3-DF7D086C200F}"/>
              </a:ext>
            </a:extLst>
          </p:cNvPr>
          <p:cNvCxnSpPr>
            <a:cxnSpLocks/>
          </p:cNvCxnSpPr>
          <p:nvPr/>
        </p:nvCxnSpPr>
        <p:spPr>
          <a:xfrm flipH="1">
            <a:off x="6154404" y="3246894"/>
            <a:ext cx="210803" cy="3345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C6F40D-4413-1B54-A6A9-800DFD314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5" y="1752600"/>
            <a:ext cx="8058749" cy="441960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F6E64F-CB76-FF29-DF3D-65A0D6974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589" y="359378"/>
            <a:ext cx="5584420" cy="65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2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28150" y="-578644"/>
            <a:ext cx="10843260" cy="26136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3" name="Group 3"/>
          <p:cNvGrpSpPr/>
          <p:nvPr/>
        </p:nvGrpSpPr>
        <p:grpSpPr>
          <a:xfrm>
            <a:off x="1193919" y="735330"/>
            <a:ext cx="7365761" cy="657225"/>
            <a:chOff x="0" y="0"/>
            <a:chExt cx="9821015" cy="8763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821015" cy="44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League Spartan Bold"/>
                </a:rPr>
                <a:t>High Voltage Board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50875"/>
              <a:ext cx="9821015" cy="225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20"/>
                </a:lnSpc>
              </a:pPr>
              <a:endParaRPr lang="en-US" sz="1100" spc="165" dirty="0">
                <a:solidFill>
                  <a:srgbClr val="000000"/>
                </a:solidFill>
                <a:latin typeface="League Spartan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5114374"/>
            <a:ext cx="2555208" cy="506679"/>
            <a:chOff x="0" y="0"/>
            <a:chExt cx="3406944" cy="67557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3406944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0"/>
                </a:lnSpc>
              </a:pPr>
              <a:endParaRPr lang="en-US" sz="1600" dirty="0">
                <a:solidFill>
                  <a:srgbClr val="FF341E"/>
                </a:solidFill>
                <a:latin typeface="Libre Baskerville Itali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08873"/>
              <a:ext cx="3406944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000000"/>
                </a:solidFill>
                <a:latin typeface="Montserrat Ligh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9196" y="5114374"/>
            <a:ext cx="2555208" cy="506679"/>
            <a:chOff x="0" y="0"/>
            <a:chExt cx="3406944" cy="67557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3406944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0"/>
                </a:lnSpc>
              </a:pPr>
              <a:endParaRPr lang="en-US" sz="1600" dirty="0">
                <a:solidFill>
                  <a:srgbClr val="FF341E"/>
                </a:solidFill>
                <a:latin typeface="Libre Baskerville Itali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08873"/>
              <a:ext cx="3406944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000000"/>
                </a:solidFill>
                <a:latin typeface="Montserrat Ligh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66872" y="5114374"/>
            <a:ext cx="2555208" cy="506679"/>
            <a:chOff x="0" y="0"/>
            <a:chExt cx="3406944" cy="67557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0"/>
              <a:ext cx="3406944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0"/>
                </a:lnSpc>
              </a:pPr>
              <a:endParaRPr lang="en-US" sz="1600" dirty="0">
                <a:solidFill>
                  <a:srgbClr val="FF341E"/>
                </a:solidFill>
                <a:latin typeface="Libre Baskerville Itali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08873"/>
              <a:ext cx="3406944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000000"/>
                </a:solidFill>
                <a:latin typeface="Montserrat Light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563215" y="6832931"/>
            <a:ext cx="10880029" cy="964537"/>
            <a:chOff x="0" y="0"/>
            <a:chExt cx="14506705" cy="1286049"/>
          </a:xfrm>
        </p:grpSpPr>
        <p:sp>
          <p:nvSpPr>
            <p:cNvPr id="22" name="AutoShape 22"/>
            <p:cNvSpPr/>
            <p:nvPr/>
          </p:nvSpPr>
          <p:spPr>
            <a:xfrm>
              <a:off x="0" y="0"/>
              <a:ext cx="14506705" cy="1286049"/>
            </a:xfrm>
            <a:prstGeom prst="rect">
              <a:avLst/>
            </a:prstGeom>
            <a:solidFill>
              <a:srgbClr val="FF341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408926" y="278956"/>
              <a:ext cx="6023144" cy="17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960"/>
                </a:lnSpc>
              </a:pPr>
              <a:r>
                <a:rPr lang="en-US" sz="800" spc="120" dirty="0">
                  <a:solidFill>
                    <a:srgbClr val="FFFFFF"/>
                  </a:solidFill>
                  <a:latin typeface="League Spartan"/>
                </a:rPr>
                <a:t>20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1F7039A-C589-82D2-2CDF-A51B0C61142C}"/>
              </a:ext>
            </a:extLst>
          </p:cNvPr>
          <p:cNvCxnSpPr/>
          <p:nvPr/>
        </p:nvCxnSpPr>
        <p:spPr>
          <a:xfrm>
            <a:off x="3286728" y="3429000"/>
            <a:ext cx="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43FD99-C549-086C-04E1-0A6309FDD526}"/>
              </a:ext>
            </a:extLst>
          </p:cNvPr>
          <p:cNvSpPr txBox="1"/>
          <p:nvPr/>
        </p:nvSpPr>
        <p:spPr>
          <a:xfrm>
            <a:off x="2009124" y="2373866"/>
            <a:ext cx="5486400" cy="3873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HV-B contains the circuitry necessary to perform defibrillation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capacitor, used to store the energy to be released to the patient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charging circuit, which rapidly charges the capacitor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H-Bridge circuit, required to perform biphasic defibrillation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internal discharge circuit, used to dump the unused residual energy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( discharge capacitors)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two selectors, used to isolate the patient from the capacitor, and to route the ECG signal to the C-B.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069162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23690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359250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295400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Charging Circuit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6B7E2D-1E13-831C-1E3F-A8F670C87537}"/>
              </a:ext>
            </a:extLst>
          </p:cNvPr>
          <p:cNvSpPr txBox="1"/>
          <p:nvPr/>
        </p:nvSpPr>
        <p:spPr>
          <a:xfrm>
            <a:off x="2514600" y="2609472"/>
            <a:ext cx="487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Charging Circuit        	Self oscillating fly 				back convertor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The purpose of the CAED charging circuit is to charge the high-voltage capacitor to store the energy needed to deliver an electrical shock to the heart in case of cardiac arrest.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52A678-0280-9FB0-7097-5BC803CA158E}"/>
              </a:ext>
            </a:extLst>
          </p:cNvPr>
          <p:cNvCxnSpPr/>
          <p:nvPr/>
        </p:nvCxnSpPr>
        <p:spPr>
          <a:xfrm flipV="1">
            <a:off x="-1600200" y="-81280"/>
            <a:ext cx="35560" cy="34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BA1D18-61BA-795B-0B46-602599F16174}"/>
              </a:ext>
            </a:extLst>
          </p:cNvPr>
          <p:cNvCxnSpPr/>
          <p:nvPr/>
        </p:nvCxnSpPr>
        <p:spPr>
          <a:xfrm>
            <a:off x="4191000" y="2819400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322920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295400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Charging Circuit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38400" y="2457271"/>
            <a:ext cx="4714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C0BA75-2B62-B53F-BD70-B88073263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34" y="2708527"/>
            <a:ext cx="7567316" cy="371126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05BB57-51EB-4D45-DBC1-6FC41721C996}"/>
              </a:ext>
            </a:extLst>
          </p:cNvPr>
          <p:cNvCxnSpPr/>
          <p:nvPr/>
        </p:nvCxnSpPr>
        <p:spPr>
          <a:xfrm>
            <a:off x="7315200" y="4787362"/>
            <a:ext cx="2057400" cy="666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51AF1D-58EA-4958-7E9D-FBC2E1539A37}"/>
              </a:ext>
            </a:extLst>
          </p:cNvPr>
          <p:cNvSpPr txBox="1"/>
          <p:nvPr/>
        </p:nvSpPr>
        <p:spPr>
          <a:xfrm>
            <a:off x="8224576" y="5210314"/>
            <a:ext cx="14077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LM358 OP AMP -</a:t>
            </a:r>
            <a:r>
              <a:rPr lang="en-US" b="0" i="0" dirty="0">
                <a:effectLst/>
                <a:latin typeface="Söhne"/>
              </a:rPr>
              <a:t>accurate and stable control of the charging process.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39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228600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491330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295400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38400" y="2514600"/>
            <a:ext cx="4714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32533-B4D4-9860-504F-2750C36F29F8}"/>
              </a:ext>
            </a:extLst>
          </p:cNvPr>
          <p:cNvSpPr txBox="1"/>
          <p:nvPr/>
        </p:nvSpPr>
        <p:spPr>
          <a:xfrm>
            <a:off x="2792533" y="1752600"/>
            <a:ext cx="39892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Capacitor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Nesscap</a:t>
            </a:r>
            <a:r>
              <a:rPr lang="en-US" dirty="0"/>
              <a:t> ESHSR-001R5C4R6N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 Type of ultra capacitor(super capacitor)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Design to store and release high amount of energy quickly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Low ESR ( </a:t>
            </a:r>
            <a:r>
              <a:rPr lang="en-US" dirty="0" err="1"/>
              <a:t>Equilent</a:t>
            </a:r>
            <a:r>
              <a:rPr lang="en-US" dirty="0"/>
              <a:t> series resistance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power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98D71C-74D2-E82E-B85E-8D8FA9785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924" y="3697343"/>
            <a:ext cx="1569856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8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228600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491330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295400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38400" y="2514600"/>
            <a:ext cx="4714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32533-B4D4-9860-504F-2750C36F29F8}"/>
              </a:ext>
            </a:extLst>
          </p:cNvPr>
          <p:cNvSpPr txBox="1"/>
          <p:nvPr/>
        </p:nvSpPr>
        <p:spPr>
          <a:xfrm>
            <a:off x="2792533" y="1752600"/>
            <a:ext cx="39892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Capacitor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048968-F700-A5F1-D40A-79068B695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254" y="2404974"/>
            <a:ext cx="53244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3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304363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295400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H- bridge circuit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38400" y="2514600"/>
            <a:ext cx="4714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DBC9D7-E593-56B4-4C5E-C6DACB76C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9" y="2186162"/>
            <a:ext cx="6705601" cy="415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91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329432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295400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38400" y="2517806"/>
            <a:ext cx="4714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				 </a:t>
            </a:r>
          </a:p>
          <a:p>
            <a:pPr lvl="1"/>
            <a:r>
              <a:rPr lang="en-US" dirty="0"/>
              <a:t>		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F5B06-ED72-3525-8880-E30A3BA6DA27}"/>
              </a:ext>
            </a:extLst>
          </p:cNvPr>
          <p:cNvSpPr txBox="1"/>
          <p:nvPr/>
        </p:nvSpPr>
        <p:spPr>
          <a:xfrm>
            <a:off x="4419600" y="32004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F57D3-6C10-6506-5915-3E2D77EB8F00}"/>
              </a:ext>
            </a:extLst>
          </p:cNvPr>
          <p:cNvSpPr txBox="1"/>
          <p:nvPr/>
        </p:nvSpPr>
        <p:spPr>
          <a:xfrm>
            <a:off x="3048000" y="2133600"/>
            <a:ext cx="37538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Internal discharge circuit </a:t>
            </a:r>
          </a:p>
          <a:p>
            <a:endParaRPr lang="en-US" sz="24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 the high-energy electrical shock to the heart by discharging the charged capacitor of the AED in a controlled manner.</a:t>
            </a:r>
          </a:p>
        </p:txBody>
      </p:sp>
    </p:spTree>
    <p:extLst>
      <p:ext uri="{BB962C8B-B14F-4D97-AF65-F5344CB8AC3E}">
        <p14:creationId xmlns:p14="http://schemas.microsoft.com/office/powerpoint/2010/main" val="2664265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210093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888947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514600" y="2517807"/>
            <a:ext cx="46379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Electrode Connectors:</a:t>
            </a:r>
            <a:r>
              <a:rPr lang="en-US" b="0" i="0" dirty="0">
                <a:effectLst/>
                <a:latin typeface="Söhne"/>
              </a:rPr>
              <a:t> These connectors allow the user to attach the electrode pads to the AED device.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Söhn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Selector Buttons: </a:t>
            </a:r>
            <a:r>
              <a:rPr lang="en-US" b="0" i="0" dirty="0">
                <a:effectLst/>
                <a:latin typeface="Söhne"/>
              </a:rPr>
              <a:t> ex -  select the language of the voice prompts </a:t>
            </a:r>
          </a:p>
          <a:p>
            <a:pPr algn="l"/>
            <a:r>
              <a:rPr lang="en-US" dirty="0">
                <a:latin typeface="Söhne"/>
              </a:rPr>
              <a:t>                                           -</a:t>
            </a:r>
            <a:r>
              <a:rPr lang="en-US" b="0" i="0" dirty="0">
                <a:effectLst/>
                <a:latin typeface="Söhne"/>
              </a:rPr>
              <a:t> switch between adult                         			and child modes.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Battery Connector</a:t>
            </a:r>
            <a:r>
              <a:rPr lang="en-US" dirty="0"/>
              <a:t>			 </a:t>
            </a:r>
          </a:p>
          <a:p>
            <a:pPr lvl="1"/>
            <a:r>
              <a:rPr lang="en-US" dirty="0"/>
              <a:t>	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F5B06-ED72-3525-8880-E30A3BA6DA27}"/>
              </a:ext>
            </a:extLst>
          </p:cNvPr>
          <p:cNvSpPr txBox="1"/>
          <p:nvPr/>
        </p:nvSpPr>
        <p:spPr>
          <a:xfrm>
            <a:off x="4419600" y="305124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91AAF-3EC4-E803-140B-6F405439399E}"/>
              </a:ext>
            </a:extLst>
          </p:cNvPr>
          <p:cNvSpPr txBox="1"/>
          <p:nvPr/>
        </p:nvSpPr>
        <p:spPr>
          <a:xfrm>
            <a:off x="3178215" y="1927545"/>
            <a:ext cx="323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Connectors &amp; Selectors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913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210093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888947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514600" y="2517807"/>
            <a:ext cx="46379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Power Switch</a:t>
            </a:r>
            <a:r>
              <a:rPr lang="en-US" b="0" i="0" dirty="0">
                <a:effectLst/>
                <a:latin typeface="Söhne"/>
              </a:rPr>
              <a:t>:  AED on and off.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Söhn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Shock Button</a:t>
            </a:r>
            <a:endParaRPr lang="en-US" b="0" i="0" dirty="0">
              <a:effectLst/>
              <a:latin typeface="Söhne"/>
            </a:endParaRPr>
          </a:p>
          <a:p>
            <a:pPr lvl="1"/>
            <a:r>
              <a:rPr lang="en-US" dirty="0"/>
              <a:t>			 </a:t>
            </a:r>
          </a:p>
          <a:p>
            <a:pPr lvl="1"/>
            <a:r>
              <a:rPr lang="en-US" dirty="0"/>
              <a:t>	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F5B06-ED72-3525-8880-E30A3BA6DA27}"/>
              </a:ext>
            </a:extLst>
          </p:cNvPr>
          <p:cNvSpPr txBox="1"/>
          <p:nvPr/>
        </p:nvSpPr>
        <p:spPr>
          <a:xfrm>
            <a:off x="4419600" y="305124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91AAF-3EC4-E803-140B-6F405439399E}"/>
              </a:ext>
            </a:extLst>
          </p:cNvPr>
          <p:cNvSpPr txBox="1"/>
          <p:nvPr/>
        </p:nvSpPr>
        <p:spPr>
          <a:xfrm>
            <a:off x="3178215" y="1927545"/>
            <a:ext cx="323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Connectors &amp; Selectors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9125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228600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888947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76499" y="2388411"/>
            <a:ext cx="4637985" cy="3427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Microprocessor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: Brain of the device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.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Electrodes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: These are the pads that are attached to the patient's chest to deliver electrical shocks.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Input /outputs interfaces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Audio system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: The control board manages the audio output of the device, including voice prompts and warnings.</a:t>
            </a:r>
          </a:p>
          <a:p>
            <a:pPr lvl="1"/>
            <a:r>
              <a:rPr lang="en-US" dirty="0"/>
              <a:t>		 </a:t>
            </a:r>
          </a:p>
          <a:p>
            <a:pPr lvl="1"/>
            <a:r>
              <a:rPr lang="en-US" dirty="0"/>
              <a:t>	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F5B06-ED72-3525-8880-E30A3BA6DA27}"/>
              </a:ext>
            </a:extLst>
          </p:cNvPr>
          <p:cNvSpPr txBox="1"/>
          <p:nvPr/>
        </p:nvSpPr>
        <p:spPr>
          <a:xfrm>
            <a:off x="4419600" y="288142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91AAF-3EC4-E803-140B-6F405439399E}"/>
              </a:ext>
            </a:extLst>
          </p:cNvPr>
          <p:cNvSpPr txBox="1"/>
          <p:nvPr/>
        </p:nvSpPr>
        <p:spPr>
          <a:xfrm>
            <a:off x="3178215" y="1927545"/>
            <a:ext cx="323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Control board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4905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47533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910468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76499" y="2569850"/>
            <a:ext cx="4637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			 </a:t>
            </a:r>
          </a:p>
          <a:p>
            <a:pPr lvl="1"/>
            <a:r>
              <a:rPr lang="en-US" dirty="0"/>
              <a:t>	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F5B06-ED72-3525-8880-E30A3BA6DA27}"/>
              </a:ext>
            </a:extLst>
          </p:cNvPr>
          <p:cNvSpPr txBox="1"/>
          <p:nvPr/>
        </p:nvSpPr>
        <p:spPr>
          <a:xfrm>
            <a:off x="4419600" y="288142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91AAF-3EC4-E803-140B-6F405439399E}"/>
              </a:ext>
            </a:extLst>
          </p:cNvPr>
          <p:cNvSpPr txBox="1"/>
          <p:nvPr/>
        </p:nvSpPr>
        <p:spPr>
          <a:xfrm>
            <a:off x="3178215" y="1927545"/>
            <a:ext cx="323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Control board</a:t>
            </a:r>
            <a:r>
              <a:rPr lang="en-US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46324C-30C2-668D-A227-B46849B4C7AA}"/>
              </a:ext>
            </a:extLst>
          </p:cNvPr>
          <p:cNvSpPr txBox="1"/>
          <p:nvPr/>
        </p:nvSpPr>
        <p:spPr>
          <a:xfrm>
            <a:off x="2971800" y="2881426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HC-O5 Bluetooth module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Audio module </a:t>
            </a:r>
            <a:r>
              <a:rPr lang="en-US" dirty="0" err="1"/>
              <a:t>DFPlayer</a:t>
            </a:r>
            <a:r>
              <a:rPr lang="en-US" dirty="0"/>
              <a:t> mini module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73F912-FFE1-8BE3-0F5C-F651C845C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473" y="3929109"/>
            <a:ext cx="5159187" cy="32235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1E881BB-5D31-CD7F-B008-330A84C50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7687" y="4360597"/>
            <a:ext cx="4770533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28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792533" y="304363"/>
            <a:ext cx="5585066" cy="659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6961067" y="79532"/>
            <a:ext cx="5585066" cy="6596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65020" y="1854200"/>
            <a:ext cx="5623560" cy="5356860"/>
          </a:xfrm>
          <a:prstGeom prst="rect">
            <a:avLst/>
          </a:prstGeom>
          <a:solidFill>
            <a:srgbClr val="FF341E"/>
          </a:solidFill>
        </p:spPr>
      </p:sp>
      <p:grpSp>
        <p:nvGrpSpPr>
          <p:cNvPr id="5" name="Group 5"/>
          <p:cNvGrpSpPr/>
          <p:nvPr/>
        </p:nvGrpSpPr>
        <p:grpSpPr>
          <a:xfrm>
            <a:off x="2601017" y="1993919"/>
            <a:ext cx="4104584" cy="615553"/>
            <a:chOff x="0" y="-9524"/>
            <a:chExt cx="6068759" cy="2743596"/>
          </a:xfrm>
        </p:grpSpPr>
        <p:sp>
          <p:nvSpPr>
            <p:cNvPr id="6" name="TextBox 6"/>
            <p:cNvSpPr txBox="1"/>
            <p:nvPr/>
          </p:nvSpPr>
          <p:spPr>
            <a:xfrm>
              <a:off x="1" y="-9524"/>
              <a:ext cx="4761578" cy="2743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8573"/>
              <a:ext cx="6068759" cy="271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01016" y="4481372"/>
            <a:ext cx="4551569" cy="828955"/>
            <a:chOff x="0" y="0"/>
            <a:chExt cx="6068759" cy="110527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6068759" cy="83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endParaRPr lang="en-US" sz="4000" dirty="0">
                <a:solidFill>
                  <a:srgbClr val="FFFFFF"/>
                </a:solidFill>
                <a:latin typeface="League Sparta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8573"/>
              <a:ext cx="6068759" cy="26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5"/>
                </a:lnSpc>
              </a:pPr>
              <a:endParaRPr lang="en-US" sz="1150" spc="11" dirty="0">
                <a:solidFill>
                  <a:srgbClr val="FFFFFF"/>
                </a:solidFill>
                <a:latin typeface="Montserrat Light Bold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489DABB-AAF3-C73C-F040-C4A7F12FE695}"/>
              </a:ext>
            </a:extLst>
          </p:cNvPr>
          <p:cNvSpPr txBox="1"/>
          <p:nvPr/>
        </p:nvSpPr>
        <p:spPr>
          <a:xfrm>
            <a:off x="3581400" y="1828800"/>
            <a:ext cx="322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E6D1-3F91-CBD2-F953-7E5C9C966E9F}"/>
              </a:ext>
            </a:extLst>
          </p:cNvPr>
          <p:cNvSpPr txBox="1"/>
          <p:nvPr/>
        </p:nvSpPr>
        <p:spPr>
          <a:xfrm>
            <a:off x="2476499" y="2388411"/>
            <a:ext cx="46379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			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Operational check (Sound message)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ECG History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ECG Report (present )</a:t>
            </a:r>
          </a:p>
          <a:p>
            <a:pPr lvl="1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lvl="1"/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lvl="1"/>
            <a:r>
              <a:rPr lang="en-US" dirty="0"/>
              <a:t>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F5B06-ED72-3525-8880-E30A3BA6DA27}"/>
              </a:ext>
            </a:extLst>
          </p:cNvPr>
          <p:cNvSpPr txBox="1"/>
          <p:nvPr/>
        </p:nvSpPr>
        <p:spPr>
          <a:xfrm>
            <a:off x="4419600" y="288142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91AAF-3EC4-E803-140B-6F405439399E}"/>
              </a:ext>
            </a:extLst>
          </p:cNvPr>
          <p:cNvSpPr txBox="1"/>
          <p:nvPr/>
        </p:nvSpPr>
        <p:spPr>
          <a:xfrm>
            <a:off x="3178215" y="1927545"/>
            <a:ext cx="32345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APP</a:t>
            </a:r>
          </a:p>
          <a:p>
            <a:r>
              <a:rPr lang="en-US" dirty="0"/>
              <a:t> 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8463B779-C1DF-8A4B-5382-721AE1D7C0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453160"/>
              </p:ext>
            </p:extLst>
          </p:nvPr>
        </p:nvGraphicFramePr>
        <p:xfrm>
          <a:off x="1924050" y="3889282"/>
          <a:ext cx="5905500" cy="3268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40899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58F843-E4DC-B0FA-BB31-88FC6DD3936A}"/>
              </a:ext>
            </a:extLst>
          </p:cNvPr>
          <p:cNvSpPr txBox="1"/>
          <p:nvPr/>
        </p:nvSpPr>
        <p:spPr>
          <a:xfrm>
            <a:off x="1600200" y="609600"/>
            <a:ext cx="7467600" cy="679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Operational check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Reference number		1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st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step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Serial num			2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nd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step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Last operational check	Date/(pass/fail)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	General system test: 	in progress 	pass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	Therapy Knob		: pass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	Charge button		: pass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	Shock button		: pass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	Audio test		: pass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Therapy delivery test	: pass /external /paddles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Leads ECG test			: pass ECG cables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Pads/paddles/ECG test	: pass external paddles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Battery test			: pass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Printer test			: pass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/>
              </a:rPr>
              <a:t>Instruction messages (with sound message system)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279712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685</Words>
  <Application>Microsoft Office PowerPoint</Application>
  <PresentationFormat>Custom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Montserrat Light</vt:lpstr>
      <vt:lpstr>Symbol</vt:lpstr>
      <vt:lpstr>Arial</vt:lpstr>
      <vt:lpstr>Montserrat Light Bold</vt:lpstr>
      <vt:lpstr>Calibri</vt:lpstr>
      <vt:lpstr>Libre Baskerville Italics</vt:lpstr>
      <vt:lpstr>Söhne</vt:lpstr>
      <vt:lpstr>League Spartan</vt:lpstr>
      <vt:lpstr>Wingdings</vt:lpstr>
      <vt:lpstr>League Spartan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Gray Heart Sketch Medical Cardiovascular Healthcare Presentation</dc:title>
  <dc:creator>IMAKA</dc:creator>
  <cp:lastModifiedBy>Jayani</cp:lastModifiedBy>
  <cp:revision>4</cp:revision>
  <dcterms:created xsi:type="dcterms:W3CDTF">2006-08-16T00:00:00Z</dcterms:created>
  <dcterms:modified xsi:type="dcterms:W3CDTF">2023-03-30T10:53:05Z</dcterms:modified>
  <dc:identifier>DAFejRqpH9k</dc:identifier>
</cp:coreProperties>
</file>